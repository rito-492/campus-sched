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3"/>
  </p:sldMasterIdLst>
  <p:notesMasterIdLst>
    <p:notesMasterId r:id="rId5"/>
  </p:notesMasterIdLst>
  <p:handoutMasterIdLst>
    <p:handoutMasterId r:id="rId26"/>
  </p:handoutMasterIdLst>
  <p:sldIdLst>
    <p:sldId id="256" r:id="rId4"/>
    <p:sldId id="268" r:id="rId6"/>
    <p:sldId id="275" r:id="rId7"/>
    <p:sldId id="276" r:id="rId8"/>
    <p:sldId id="277" r:id="rId9"/>
    <p:sldId id="274" r:id="rId10"/>
    <p:sldId id="278" r:id="rId11"/>
    <p:sldId id="294" r:id="rId12"/>
    <p:sldId id="291" r:id="rId13"/>
    <p:sldId id="292" r:id="rId14"/>
    <p:sldId id="293" r:id="rId15"/>
    <p:sldId id="279" r:id="rId16"/>
    <p:sldId id="280" r:id="rId17"/>
    <p:sldId id="281" r:id="rId18"/>
    <p:sldId id="282" r:id="rId19"/>
    <p:sldId id="284" r:id="rId20"/>
    <p:sldId id="285" r:id="rId21"/>
    <p:sldId id="286" r:id="rId22"/>
    <p:sldId id="287" r:id="rId23"/>
    <p:sldId id="288" r:id="rId24"/>
    <p:sldId id="289" r:id="rId25"/>
  </p:sldIdLst>
  <p:sldSz cx="9144000" cy="6858000" type="screen4x3"/>
  <p:notesSz cx="6858000" cy="9144000"/>
  <p:custDataLst>
    <p:tags r:id="rId3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FF0000"/>
    <a:srgbClr val="000000"/>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15639"/>
    <p:restoredTop sz="93591"/>
  </p:normalViewPr>
  <p:slideViewPr>
    <p:cSldViewPr showGuides="1">
      <p:cViewPr>
        <p:scale>
          <a:sx n="75" d="100"/>
          <a:sy n="75" d="100"/>
        </p:scale>
        <p:origin x="-1617"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283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835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835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835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040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040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3040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040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040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800" dirty="0">
                <a:latin typeface="Arial" panose="020B0604020202020204" pitchFamily="34" charset="0"/>
              </a:rPr>
            </a:fld>
            <a:endParaRPr lang="en-US" altLang="zh-CN" sz="1800" dirty="0">
              <a:latin typeface="Arial" panose="020B0604020202020204" pitchFamily="34" charset="0"/>
            </a:endParaRPr>
          </a:p>
        </p:txBody>
      </p:sp>
      <p:sp>
        <p:nvSpPr>
          <p:cNvPr id="6146" name="Rectangle 2"/>
          <p:cNvSpPr>
            <a:spLocks noRot="1" noTextEdit="1"/>
          </p:cNvSpPr>
          <p:nvPr>
            <p:ph type="sldImg"/>
          </p:nvPr>
        </p:nvSpPr>
        <p:spPr>
          <a:ln/>
        </p:spPr>
      </p:sp>
      <p:sp>
        <p:nvSpPr>
          <p:cNvPr id="614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8194" name="Rectangle 2"/>
          <p:cNvSpPr>
            <a:spLocks noRot="1" noTextEdit="1"/>
          </p:cNvSpPr>
          <p:nvPr>
            <p:ph type="sldImg"/>
          </p:nvPr>
        </p:nvSpPr>
        <p:spPr>
          <a:ln/>
        </p:spPr>
      </p:sp>
      <p:sp>
        <p:nvSpPr>
          <p:cNvPr id="819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10242" name="Rectangle 2"/>
          <p:cNvSpPr>
            <a:spLocks noRot="1" noTextEdit="1"/>
          </p:cNvSpPr>
          <p:nvPr>
            <p:ph type="sldImg"/>
          </p:nvPr>
        </p:nvSpPr>
        <p:spPr>
          <a:ln/>
        </p:spPr>
      </p:sp>
      <p:sp>
        <p:nvSpPr>
          <p:cNvPr id="1024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12290" name="Rectangle 1026"/>
          <p:cNvSpPr>
            <a:spLocks noRot="1" noTextEdit="1"/>
          </p:cNvSpPr>
          <p:nvPr>
            <p:ph type="sldImg"/>
          </p:nvPr>
        </p:nvSpPr>
        <p:spPr>
          <a:ln/>
        </p:spPr>
      </p:sp>
      <p:sp>
        <p:nvSpPr>
          <p:cNvPr id="12291" name="Rectangle 1027"/>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14338" name="Rectangle 2"/>
          <p:cNvSpPr>
            <a:spLocks noRot="1" noTextEdit="1"/>
          </p:cNvSpPr>
          <p:nvPr>
            <p:ph type="sldImg"/>
          </p:nvPr>
        </p:nvSpPr>
        <p:spPr>
          <a:ln/>
        </p:spPr>
      </p:sp>
      <p:sp>
        <p:nvSpPr>
          <p:cNvPr id="1433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16386" name="Rectangle 2"/>
          <p:cNvSpPr>
            <a:spLocks noRot="1" noTextEdit="1"/>
          </p:cNvSpPr>
          <p:nvPr>
            <p:ph type="sldImg"/>
          </p:nvPr>
        </p:nvSpPr>
        <p:spPr>
          <a:ln/>
        </p:spPr>
      </p:sp>
      <p:sp>
        <p:nvSpPr>
          <p:cNvPr id="1638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18434" name="Rectangle 2"/>
          <p:cNvSpPr>
            <a:spLocks noRot="1" noTextEdit="1"/>
          </p:cNvSpPr>
          <p:nvPr>
            <p:ph type="sldImg"/>
          </p:nvPr>
        </p:nvSpPr>
        <p:spPr>
          <a:ln/>
        </p:spPr>
      </p:sp>
      <p:sp>
        <p:nvSpPr>
          <p:cNvPr id="1843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18434" name="Rectangle 2"/>
          <p:cNvSpPr>
            <a:spLocks noRot="1" noTextEdit="1"/>
          </p:cNvSpPr>
          <p:nvPr>
            <p:ph type="sldImg"/>
          </p:nvPr>
        </p:nvSpPr>
        <p:spPr/>
      </p:sp>
      <p:sp>
        <p:nvSpPr>
          <p:cNvPr id="1843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0482" name="Rectangle 1026"/>
          <p:cNvSpPr>
            <a:spLocks noRot="1" noTextEdit="1"/>
          </p:cNvSpPr>
          <p:nvPr>
            <p:ph type="sldImg"/>
          </p:nvPr>
        </p:nvSpPr>
        <p:spPr>
          <a:ln/>
        </p:spPr>
      </p:sp>
      <p:sp>
        <p:nvSpPr>
          <p:cNvPr id="20483" name="Rectangle 1027"/>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2530" name="Rectangle 1026"/>
          <p:cNvSpPr>
            <a:spLocks noRot="1" noTextEdit="1"/>
          </p:cNvSpPr>
          <p:nvPr>
            <p:ph type="sldImg"/>
          </p:nvPr>
        </p:nvSpPr>
        <p:spPr>
          <a:ln/>
        </p:spPr>
      </p:sp>
      <p:sp>
        <p:nvSpPr>
          <p:cNvPr id="22531" name="Rectangle 1027"/>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4578" name="Rectangle 1026"/>
          <p:cNvSpPr>
            <a:spLocks noRot="1" noTextEdit="1"/>
          </p:cNvSpPr>
          <p:nvPr>
            <p:ph type="sldImg"/>
          </p:nvPr>
        </p:nvSpPr>
        <p:spPr>
          <a:ln/>
        </p:spPr>
      </p:sp>
      <p:sp>
        <p:nvSpPr>
          <p:cNvPr id="24579" name="Rectangle 1027"/>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6626" name="Rectangle 2"/>
          <p:cNvSpPr>
            <a:spLocks noRot="1" noTextEdit="1"/>
          </p:cNvSpPr>
          <p:nvPr>
            <p:ph type="sldImg"/>
          </p:nvPr>
        </p:nvSpPr>
        <p:spPr>
          <a:ln/>
        </p:spPr>
      </p:sp>
      <p:sp>
        <p:nvSpPr>
          <p:cNvPr id="2662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8674" name="Rectangle 2"/>
          <p:cNvSpPr>
            <a:spLocks noRot="1" noTextEdit="1"/>
          </p:cNvSpPr>
          <p:nvPr>
            <p:ph type="sldImg"/>
          </p:nvPr>
        </p:nvSpPr>
        <p:spPr>
          <a:ln/>
        </p:spPr>
      </p:sp>
      <p:sp>
        <p:nvSpPr>
          <p:cNvPr id="2867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0722" name="Rectangle 2"/>
          <p:cNvSpPr>
            <a:spLocks noRot="1" noTextEdit="1"/>
          </p:cNvSpPr>
          <p:nvPr>
            <p:ph type="sldImg"/>
          </p:nvPr>
        </p:nvSpPr>
        <p:spPr>
          <a:ln/>
        </p:spPr>
      </p:sp>
      <p:sp>
        <p:nvSpPr>
          <p:cNvPr id="3072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2770" name="Rectangle 2"/>
          <p:cNvSpPr>
            <a:spLocks noRot="1" noTextEdit="1"/>
          </p:cNvSpPr>
          <p:nvPr>
            <p:ph type="sldImg"/>
          </p:nvPr>
        </p:nvSpPr>
        <p:spPr>
          <a:ln/>
        </p:spPr>
      </p:sp>
      <p:sp>
        <p:nvSpPr>
          <p:cNvPr id="3277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4818" name="Rectangle 2"/>
          <p:cNvSpPr>
            <a:spLocks noRot="1" noTextEdit="1"/>
          </p:cNvSpPr>
          <p:nvPr>
            <p:ph type="sldImg"/>
          </p:nvPr>
        </p:nvSpPr>
        <p:spPr>
          <a:ln/>
        </p:spPr>
      </p:sp>
      <p:sp>
        <p:nvSpPr>
          <p:cNvPr id="3481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6866" name="Rectangle 2"/>
          <p:cNvSpPr>
            <a:spLocks noRot="1" noTextEdit="1"/>
          </p:cNvSpPr>
          <p:nvPr>
            <p:ph type="sldImg"/>
          </p:nvPr>
        </p:nvSpPr>
        <p:spPr>
          <a:ln/>
        </p:spPr>
      </p:sp>
      <p:sp>
        <p:nvSpPr>
          <p:cNvPr id="36867"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8914" name="Rectangle 2"/>
          <p:cNvSpPr>
            <a:spLocks noRot="1" noTextEdit="1"/>
          </p:cNvSpPr>
          <p:nvPr>
            <p:ph type="sldImg"/>
          </p:nvPr>
        </p:nvSpPr>
        <p:spPr>
          <a:ln/>
        </p:spPr>
      </p:sp>
      <p:sp>
        <p:nvSpPr>
          <p:cNvPr id="38915"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0962" name="Rectangle 2"/>
          <p:cNvSpPr>
            <a:spLocks noRot="1" noTextEdit="1"/>
          </p:cNvSpPr>
          <p:nvPr>
            <p:ph type="sldImg"/>
          </p:nvPr>
        </p:nvSpPr>
        <p:spPr>
          <a:ln/>
        </p:spPr>
      </p:sp>
      <p:sp>
        <p:nvSpPr>
          <p:cNvPr id="40963"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3010" name="Rectangle 2"/>
          <p:cNvSpPr>
            <a:spLocks noRot="1" noTextEdit="1"/>
          </p:cNvSpPr>
          <p:nvPr>
            <p:ph type="sldImg"/>
          </p:nvPr>
        </p:nvSpPr>
        <p:spPr>
          <a:ln/>
        </p:spPr>
      </p:sp>
      <p:sp>
        <p:nvSpPr>
          <p:cNvPr id="43011"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5058" name="Rectangle 2"/>
          <p:cNvSpPr>
            <a:spLocks noRot="1" noTextEdit="1"/>
          </p:cNvSpPr>
          <p:nvPr>
            <p:ph type="sldImg"/>
          </p:nvPr>
        </p:nvSpPr>
        <p:spPr>
          <a:ln/>
        </p:spPr>
      </p:sp>
      <p:sp>
        <p:nvSpPr>
          <p:cNvPr id="45059" name="Rectangle 3"/>
          <p:cNvSpPr>
            <a:spLocks noGrp="1"/>
          </p:cNvSpPr>
          <p:nvPr>
            <p:ph type="body"/>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2"/>
          <p:cNvSpPr/>
          <p:nvPr/>
        </p:nvSpPr>
        <p:spPr>
          <a:xfrm>
            <a:off x="228600" y="381000"/>
            <a:ext cx="8686800" cy="5638800"/>
          </a:xfrm>
          <a:prstGeom prst="roundRect">
            <a:avLst>
              <a:gd name="adj" fmla="val 7912"/>
            </a:avLst>
          </a:prstGeom>
          <a:solidFill>
            <a:schemeClr val="accent2"/>
          </a:solidFill>
          <a:ln w="9525">
            <a:noFill/>
          </a:ln>
        </p:spPr>
        <p:txBody>
          <a:bodyPr wrap="none" anchor="ctr" anchorCtr="0"/>
          <a:p>
            <a:pPr lvl="0" algn="ctr"/>
            <a:endParaRPr lang="zh-CN" altLang="zh-CN" sz="2400" dirty="0">
              <a:latin typeface="Times New Roman" panose="02020603050405020304" pitchFamily="18" charset="0"/>
              <a:ea typeface="宋体" panose="02010600030101010101" pitchFamily="2" charset="-122"/>
            </a:endParaRPr>
          </a:p>
        </p:txBody>
      </p:sp>
      <p:sp>
        <p:nvSpPr>
          <p:cNvPr id="2051" name="AutoShape 3"/>
          <p:cNvSpPr/>
          <p:nvPr/>
        </p:nvSpPr>
        <p:spPr>
          <a:xfrm>
            <a:off x="304800" y="457200"/>
            <a:ext cx="8534400" cy="5486400"/>
          </a:xfrm>
          <a:prstGeom prst="roundRect">
            <a:avLst>
              <a:gd name="adj" fmla="val 7310"/>
            </a:avLst>
          </a:prstGeom>
          <a:solidFill>
            <a:schemeClr val="bg1"/>
          </a:solidFill>
          <a:ln w="9525">
            <a:noFill/>
          </a:ln>
        </p:spPr>
        <p:txBody>
          <a:bodyPr wrap="none" anchor="ctr" anchorCtr="0"/>
          <a:p>
            <a:pPr lvl="0" algn="ctr"/>
            <a:endParaRPr lang="zh-CN" altLang="zh-CN" sz="2400" dirty="0">
              <a:latin typeface="Times New Roman" panose="02020603050405020304" pitchFamily="18" charset="0"/>
              <a:ea typeface="宋体" panose="02010600030101010101" pitchFamily="2" charset="-122"/>
            </a:endParaRPr>
          </a:p>
        </p:txBody>
      </p:sp>
      <p:sp>
        <p:nvSpPr>
          <p:cNvPr id="200709" name="Rectangle 5"/>
          <p:cNvSpPr>
            <a:spLocks noGrp="1" noChangeArrowheads="1"/>
          </p:cNvSpPr>
          <p:nvPr>
            <p:ph type="ctrTitle"/>
          </p:nvPr>
        </p:nvSpPr>
        <p:spPr>
          <a:xfrm>
            <a:off x="685800" y="857250"/>
            <a:ext cx="7772400" cy="2266950"/>
          </a:xfrm>
        </p:spPr>
        <p:txBody>
          <a:bodyPr anchor="ctr" anchorCtr="1"/>
          <a:lstStyle>
            <a:lvl1pPr algn="ctr">
              <a:defRPr sz="4900"/>
            </a:lvl1pPr>
          </a:lstStyle>
          <a:p>
            <a:pPr fontAlgn="base"/>
            <a:r>
              <a:rPr lang="zh-CN" altLang="en-US" strike="noStrike" noProof="1"/>
              <a:t>单击此处编辑母版标题样式</a:t>
            </a:r>
            <a:endParaRPr lang="zh-CN" altLang="en-US" strike="noStrike" noProof="1"/>
          </a:p>
        </p:txBody>
      </p:sp>
      <p:sp>
        <p:nvSpPr>
          <p:cNvPr id="200710" name="Rectangle 6"/>
          <p:cNvSpPr>
            <a:spLocks noGrp="1" noChangeArrowheads="1"/>
          </p:cNvSpPr>
          <p:nvPr>
            <p:ph type="subTitle" idx="1"/>
          </p:nvPr>
        </p:nvSpPr>
        <p:spPr>
          <a:xfrm>
            <a:off x="1752600" y="3657600"/>
            <a:ext cx="5410200" cy="1905000"/>
          </a:xfrm>
        </p:spPr>
        <p:txBody>
          <a:bodyPr anchor="ctr"/>
          <a:lstStyle>
            <a:lvl1pPr marL="0" indent="0" algn="ctr">
              <a:buFont typeface="Wingdings" panose="05000000000000000000" pitchFamily="2" charset="2"/>
              <a:buNone/>
              <a:defRPr sz="3300"/>
            </a:lvl1pPr>
          </a:lstStyle>
          <a:p>
            <a:pPr fontAlgn="base"/>
            <a:r>
              <a:rPr lang="zh-CN" altLang="en-US" strike="noStrike" noProof="1"/>
              <a:t>单击此处编辑母版副标题样式</a:t>
            </a:r>
            <a:endParaRPr lang="zh-CN" altLang="en-US" strike="noStrike" noProof="1"/>
          </a:p>
        </p:txBody>
      </p:sp>
      <p:sp>
        <p:nvSpPr>
          <p:cNvPr id="11" name="Rectangle 7"/>
          <p:cNvSpPr>
            <a:spLocks noGrp="1" noChangeArrowheads="1"/>
          </p:cNvSpPr>
          <p:nvPr>
            <p:ph type="dt" sz="half" idx="2"/>
          </p:nvPr>
        </p:nvSpPr>
        <p:spPr bwMode="auto">
          <a:xfrm>
            <a:off x="762000" y="6391275"/>
            <a:ext cx="20574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Rectangle 8"/>
          <p:cNvSpPr>
            <a:spLocks noGrp="1" noChangeArrowheads="1"/>
          </p:cNvSpPr>
          <p:nvPr>
            <p:ph type="ftr" sz="quarter" idx="3"/>
          </p:nvPr>
        </p:nvSpPr>
        <p:spPr bwMode="auto">
          <a:xfrm>
            <a:off x="3352800" y="6391275"/>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9"/>
          <p:cNvSpPr>
            <a:spLocks noGrp="1" noChangeArrowheads="1"/>
          </p:cNvSpPr>
          <p:nvPr>
            <p:ph type="sldNum" sz="quarter" idx="4"/>
          </p:nvPr>
        </p:nvSpPr>
        <p:spPr bwMode="auto">
          <a:xfrm>
            <a:off x="6858000" y="6391275"/>
            <a:ext cx="1600200" cy="4572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lnSpc>
                <a:spcPct val="125000"/>
              </a:lnSpc>
              <a:spcBef>
                <a:spcPct val="200000"/>
              </a:spcBef>
              <a:spcAft>
                <a:spcPct val="100000"/>
              </a:spcAft>
              <a:defRPr/>
            </a:lvl1pPr>
            <a:lvl2pPr>
              <a:lnSpc>
                <a:spcPct val="125000"/>
              </a:lnSpc>
              <a:spcBef>
                <a:spcPct val="200000"/>
              </a:spcBef>
              <a:spcAft>
                <a:spcPct val="100000"/>
              </a:spcAft>
              <a:defRPr/>
            </a:lvl2pPr>
            <a:lvl3pPr>
              <a:lnSpc>
                <a:spcPct val="125000"/>
              </a:lnSpc>
              <a:spcBef>
                <a:spcPct val="200000"/>
              </a:spcBef>
              <a:spcAft>
                <a:spcPct val="100000"/>
              </a:spcAft>
              <a:defRPr/>
            </a:lvl3pPr>
            <a:lvl4pPr>
              <a:lnSpc>
                <a:spcPct val="125000"/>
              </a:lnSpc>
              <a:spcBef>
                <a:spcPct val="200000"/>
              </a:spcBef>
              <a:spcAft>
                <a:spcPct val="100000"/>
              </a:spcAft>
              <a:defRPr/>
            </a:lvl4pPr>
          </a:lstStyle>
          <a:p>
            <a:pPr lvl="0" fontAlgn="base">
              <a:spcBef>
                <a:spcPts val="1000"/>
              </a:spcBef>
              <a:spcAft>
                <a:spcPts val="500"/>
              </a:spcAft>
            </a:pPr>
            <a:r>
              <a:rPr lang="zh-CN" altLang="en-US" strike="noStrike" noProof="1" smtClean="0"/>
              <a:t>单击此处编辑母版文本样式</a:t>
            </a:r>
            <a:endParaRPr lang="zh-CN" altLang="en-US" strike="noStrike" noProof="1" smtClean="0"/>
          </a:p>
          <a:p>
            <a:pPr lvl="1" fontAlgn="base">
              <a:spcBef>
                <a:spcPts val="1000"/>
              </a:spcBef>
              <a:spcAft>
                <a:spcPts val="500"/>
              </a:spcAft>
            </a:pPr>
            <a:r>
              <a:rPr lang="zh-CN" altLang="en-US" strike="noStrike" noProof="1" smtClean="0"/>
              <a:t>第二级</a:t>
            </a:r>
            <a:endParaRPr lang="zh-CN" altLang="en-US" strike="noStrike" noProof="1" smtClean="0"/>
          </a:p>
          <a:p>
            <a:pPr lvl="2" fontAlgn="base">
              <a:spcBef>
                <a:spcPts val="1000"/>
              </a:spcBef>
              <a:spcAft>
                <a:spcPts val="500"/>
              </a:spcAft>
            </a:pPr>
            <a:r>
              <a:rPr lang="zh-CN" altLang="en-US" strike="noStrike" noProof="1" smtClean="0"/>
              <a:t>第三级</a:t>
            </a:r>
            <a:endParaRPr lang="zh-CN" altLang="en-US" strike="noStrike" noProof="1" smtClean="0"/>
          </a:p>
          <a:p>
            <a:pPr lvl="3" fontAlgn="base">
              <a:spcBef>
                <a:spcPts val="1000"/>
              </a:spcBef>
              <a:spcAft>
                <a:spcPts val="500"/>
              </a:spcAft>
            </a:pPr>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295400"/>
            <a:ext cx="37719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295400"/>
            <a:ext cx="37719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0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447675"/>
            <a:ext cx="1924050" cy="54959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62000" y="447675"/>
            <a:ext cx="5619750" cy="54959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295400"/>
            <a:ext cx="7696200" cy="2247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762000" y="3695700"/>
            <a:ext cx="7696200" cy="2247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295400"/>
            <a:ext cx="3771900" cy="4648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295400"/>
            <a:ext cx="3771900" cy="4648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295400"/>
            <a:ext cx="7696200" cy="4648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0000"/>
              <a:buFont typeface="Wingdings" panose="05000000000000000000" pitchFamily="2" charset="2"/>
              <a:buChar char="l"/>
              <a:defRPr/>
            </a:pPr>
            <a:endParaRPr kumimoji="0" lang="zh-CN" altLang="en-US" sz="31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2"/>
          <p:cNvSpPr/>
          <p:nvPr/>
        </p:nvSpPr>
        <p:spPr>
          <a:xfrm>
            <a:off x="228600" y="381000"/>
            <a:ext cx="8686800" cy="5638800"/>
          </a:xfrm>
          <a:prstGeom prst="roundRect">
            <a:avLst>
              <a:gd name="adj" fmla="val 7912"/>
            </a:avLst>
          </a:prstGeom>
          <a:solidFill>
            <a:schemeClr val="accent2"/>
          </a:solidFill>
          <a:ln w="9525">
            <a:noFill/>
          </a:ln>
        </p:spPr>
        <p:txBody>
          <a:bodyPr wrap="none" anchor="ctr" anchorCtr="0"/>
          <a:p>
            <a:pPr lvl="0" algn="ctr"/>
            <a:endParaRPr lang="zh-CN" altLang="zh-CN" sz="2400" dirty="0">
              <a:latin typeface="Times New Roman" panose="02020603050405020304" pitchFamily="18" charset="0"/>
              <a:ea typeface="宋体" panose="02010600030101010101" pitchFamily="2" charset="-122"/>
            </a:endParaRPr>
          </a:p>
        </p:txBody>
      </p:sp>
      <p:sp>
        <p:nvSpPr>
          <p:cNvPr id="2051" name="AutoShape 3"/>
          <p:cNvSpPr/>
          <p:nvPr/>
        </p:nvSpPr>
        <p:spPr>
          <a:xfrm>
            <a:off x="304800" y="457200"/>
            <a:ext cx="8534400" cy="5486400"/>
          </a:xfrm>
          <a:prstGeom prst="roundRect">
            <a:avLst>
              <a:gd name="adj" fmla="val 7310"/>
            </a:avLst>
          </a:prstGeom>
          <a:solidFill>
            <a:schemeClr val="bg1"/>
          </a:solidFill>
          <a:ln w="9525">
            <a:noFill/>
          </a:ln>
        </p:spPr>
        <p:txBody>
          <a:bodyPr wrap="none" anchor="ctr" anchorCtr="0"/>
          <a:p>
            <a:pPr lvl="0" algn="ctr"/>
            <a:endParaRPr lang="zh-CN" altLang="zh-CN" sz="2400" dirty="0">
              <a:latin typeface="Times New Roman" panose="02020603050405020304" pitchFamily="18" charset="0"/>
              <a:ea typeface="宋体" panose="02010600030101010101" pitchFamily="2" charset="-122"/>
            </a:endParaRPr>
          </a:p>
        </p:txBody>
      </p:sp>
      <p:sp>
        <p:nvSpPr>
          <p:cNvPr id="200709" name="Rectangle 5"/>
          <p:cNvSpPr>
            <a:spLocks noGrp="1" noChangeArrowheads="1"/>
          </p:cNvSpPr>
          <p:nvPr>
            <p:ph type="ctrTitle"/>
          </p:nvPr>
        </p:nvSpPr>
        <p:spPr>
          <a:xfrm>
            <a:off x="685800" y="857250"/>
            <a:ext cx="7772400" cy="2266950"/>
          </a:xfrm>
        </p:spPr>
        <p:txBody>
          <a:bodyPr anchor="ctr" anchorCtr="1"/>
          <a:lstStyle>
            <a:lvl1pPr algn="ctr">
              <a:defRPr sz="4900"/>
            </a:lvl1pPr>
          </a:lstStyle>
          <a:p>
            <a:pPr fontAlgn="base"/>
            <a:r>
              <a:rPr lang="zh-CN" altLang="en-US" strike="noStrike" noProof="1"/>
              <a:t>单击此处编辑母版标题样式</a:t>
            </a:r>
            <a:endParaRPr lang="zh-CN" altLang="en-US" strike="noStrike" noProof="1"/>
          </a:p>
        </p:txBody>
      </p:sp>
      <p:sp>
        <p:nvSpPr>
          <p:cNvPr id="200710" name="Rectangle 6"/>
          <p:cNvSpPr>
            <a:spLocks noGrp="1" noChangeArrowheads="1"/>
          </p:cNvSpPr>
          <p:nvPr>
            <p:ph type="subTitle" idx="1"/>
          </p:nvPr>
        </p:nvSpPr>
        <p:spPr>
          <a:xfrm>
            <a:off x="1752600" y="3657600"/>
            <a:ext cx="5410200" cy="1905000"/>
          </a:xfrm>
        </p:spPr>
        <p:txBody>
          <a:bodyPr anchor="ctr"/>
          <a:lstStyle>
            <a:lvl1pPr marL="0" indent="0" algn="ctr">
              <a:buFont typeface="Wingdings" panose="05000000000000000000" pitchFamily="2" charset="2"/>
              <a:buNone/>
              <a:defRPr sz="3300"/>
            </a:lvl1pPr>
          </a:lstStyle>
          <a:p>
            <a:pPr fontAlgn="base"/>
            <a:r>
              <a:rPr lang="zh-CN" altLang="en-US" strike="noStrike" noProof="1"/>
              <a:t>单击此处编辑母版副标题样式</a:t>
            </a:r>
            <a:endParaRPr lang="zh-CN" altLang="en-US" strike="noStrike" noProof="1"/>
          </a:p>
        </p:txBody>
      </p:sp>
      <p:sp>
        <p:nvSpPr>
          <p:cNvPr id="11" name="Rectangle 7"/>
          <p:cNvSpPr>
            <a:spLocks noGrp="1" noChangeArrowheads="1"/>
          </p:cNvSpPr>
          <p:nvPr>
            <p:ph type="dt" sz="half" idx="2"/>
          </p:nvPr>
        </p:nvSpPr>
        <p:spPr bwMode="auto">
          <a:xfrm>
            <a:off x="762000" y="6391275"/>
            <a:ext cx="20574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Rectangle 8"/>
          <p:cNvSpPr>
            <a:spLocks noGrp="1" noChangeArrowheads="1"/>
          </p:cNvSpPr>
          <p:nvPr>
            <p:ph type="ftr" sz="quarter" idx="3"/>
          </p:nvPr>
        </p:nvSpPr>
        <p:spPr bwMode="auto">
          <a:xfrm>
            <a:off x="3352800" y="6391275"/>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9"/>
          <p:cNvSpPr>
            <a:spLocks noGrp="1" noChangeArrowheads="1"/>
          </p:cNvSpPr>
          <p:nvPr>
            <p:ph type="sldNum" sz="quarter" idx="4"/>
          </p:nvPr>
        </p:nvSpPr>
        <p:spPr bwMode="auto">
          <a:xfrm>
            <a:off x="6858000" y="6391275"/>
            <a:ext cx="1600200" cy="457200"/>
          </a:xfrm>
          <a:prstGeom prst="rect">
            <a:avLst/>
          </a:prstGeom>
          <a:noFill/>
          <a:ln w="9525">
            <a:noFill/>
            <a:miter lim="800000"/>
          </a:ln>
          <a:effec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lnSpc>
                <a:spcPct val="125000"/>
              </a:lnSpc>
              <a:spcBef>
                <a:spcPct val="200000"/>
              </a:spcBef>
              <a:spcAft>
                <a:spcPct val="100000"/>
              </a:spcAft>
              <a:defRPr/>
            </a:lvl1pPr>
            <a:lvl2pPr>
              <a:lnSpc>
                <a:spcPct val="125000"/>
              </a:lnSpc>
              <a:spcBef>
                <a:spcPct val="200000"/>
              </a:spcBef>
              <a:spcAft>
                <a:spcPct val="100000"/>
              </a:spcAft>
              <a:defRPr/>
            </a:lvl2pPr>
            <a:lvl3pPr>
              <a:lnSpc>
                <a:spcPct val="125000"/>
              </a:lnSpc>
              <a:spcBef>
                <a:spcPct val="200000"/>
              </a:spcBef>
              <a:spcAft>
                <a:spcPct val="100000"/>
              </a:spcAft>
              <a:defRPr/>
            </a:lvl3pPr>
            <a:lvl4pPr>
              <a:lnSpc>
                <a:spcPct val="125000"/>
              </a:lnSpc>
              <a:spcBef>
                <a:spcPct val="200000"/>
              </a:spcBef>
              <a:spcAft>
                <a:spcPct val="100000"/>
              </a:spcAft>
              <a:defRPr/>
            </a:lvl4pPr>
          </a:lstStyle>
          <a:p>
            <a:pPr lvl="0" fontAlgn="base">
              <a:spcBef>
                <a:spcPts val="1000"/>
              </a:spcBef>
              <a:spcAft>
                <a:spcPts val="500"/>
              </a:spcAft>
            </a:pPr>
            <a:r>
              <a:rPr lang="zh-CN" altLang="en-US" strike="noStrike" noProof="1" smtClean="0"/>
              <a:t>单击此处编辑母版文本样式</a:t>
            </a:r>
            <a:endParaRPr lang="zh-CN" altLang="en-US" strike="noStrike" noProof="1" smtClean="0"/>
          </a:p>
          <a:p>
            <a:pPr lvl="1" fontAlgn="base">
              <a:spcBef>
                <a:spcPts val="1000"/>
              </a:spcBef>
              <a:spcAft>
                <a:spcPts val="500"/>
              </a:spcAft>
            </a:pPr>
            <a:r>
              <a:rPr lang="zh-CN" altLang="en-US" strike="noStrike" noProof="1" smtClean="0"/>
              <a:t>第二级</a:t>
            </a:r>
            <a:endParaRPr lang="zh-CN" altLang="en-US" strike="noStrike" noProof="1" smtClean="0"/>
          </a:p>
          <a:p>
            <a:pPr lvl="2" fontAlgn="base">
              <a:spcBef>
                <a:spcPts val="1000"/>
              </a:spcBef>
              <a:spcAft>
                <a:spcPts val="500"/>
              </a:spcAft>
            </a:pPr>
            <a:r>
              <a:rPr lang="zh-CN" altLang="en-US" strike="noStrike" noProof="1" smtClean="0"/>
              <a:t>第三级</a:t>
            </a:r>
            <a:endParaRPr lang="zh-CN" altLang="en-US" strike="noStrike" noProof="1" smtClean="0"/>
          </a:p>
          <a:p>
            <a:pPr lvl="3" fontAlgn="base">
              <a:spcBef>
                <a:spcPts val="1000"/>
              </a:spcBef>
              <a:spcAft>
                <a:spcPts val="500"/>
              </a:spcAft>
            </a:pPr>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295400"/>
            <a:ext cx="37719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295400"/>
            <a:ext cx="37719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0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447675"/>
            <a:ext cx="1924050" cy="54959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62000" y="447675"/>
            <a:ext cx="5619750" cy="54959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295400"/>
            <a:ext cx="7696200" cy="2247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762000" y="3695700"/>
            <a:ext cx="7696200" cy="22479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295400"/>
            <a:ext cx="3771900" cy="4648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295400"/>
            <a:ext cx="3771900" cy="4648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2000" y="447675"/>
            <a:ext cx="7696200" cy="6096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295400"/>
            <a:ext cx="7696200" cy="4648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0000"/>
              <a:buFont typeface="Wingdings" panose="05000000000000000000" pitchFamily="2" charset="2"/>
              <a:buChar char="l"/>
              <a:defRPr/>
            </a:pPr>
            <a:endParaRPr kumimoji="0" lang="zh-CN" altLang="en-US" sz="31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447675"/>
            <a:ext cx="7696200" cy="6096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762000" y="1295400"/>
            <a:ext cx="7696200" cy="4648200"/>
          </a:xfrm>
          <a:prstGeom prst="rect">
            <a:avLst/>
          </a:prstGeom>
          <a:noFill/>
          <a:ln w="9525">
            <a:noFill/>
          </a:ln>
        </p:spPr>
        <p:txBody>
          <a:bodyPr anchor="t" anchorCtr="0"/>
          <a:p>
            <a:pPr lvl="0">
              <a:spcBef>
                <a:spcPts val="1000"/>
              </a:spcBef>
              <a:spcAft>
                <a:spcPts val="500"/>
              </a:spcAft>
            </a:pPr>
            <a:r>
              <a:rPr lang="zh-CN" altLang="en-US" dirty="0"/>
              <a:t>单击此处编辑母版文本样式</a:t>
            </a:r>
            <a:endParaRPr lang="zh-CN" altLang="en-US" dirty="0"/>
          </a:p>
          <a:p>
            <a:pPr lvl="1">
              <a:spcBef>
                <a:spcPts val="1000"/>
              </a:spcBef>
              <a:spcAft>
                <a:spcPts val="500"/>
              </a:spcAft>
            </a:pPr>
            <a:r>
              <a:rPr lang="zh-CN" altLang="en-US" dirty="0"/>
              <a:t>第二级</a:t>
            </a:r>
            <a:endParaRPr lang="zh-CN" altLang="en-US" dirty="0"/>
          </a:p>
          <a:p>
            <a:pPr lvl="2">
              <a:spcBef>
                <a:spcPts val="1000"/>
              </a:spcBef>
              <a:spcAft>
                <a:spcPts val="500"/>
              </a:spcAft>
            </a:pPr>
            <a:r>
              <a:rPr lang="zh-CN" altLang="en-US" dirty="0"/>
              <a:t>第三级</a:t>
            </a:r>
            <a:endParaRPr lang="zh-CN" altLang="en-US" dirty="0"/>
          </a:p>
          <a:p>
            <a:pPr lvl="3">
              <a:spcBef>
                <a:spcPts val="1000"/>
              </a:spcBef>
              <a:spcAft>
                <a:spcPts val="500"/>
              </a:spcAft>
            </a:pPr>
            <a:r>
              <a:rPr lang="zh-CN" altLang="en-US" dirty="0"/>
              <a:t>第四级</a:t>
            </a:r>
            <a:endParaRPr lang="zh-CN" altLang="en-US" dirty="0"/>
          </a:p>
          <a:p>
            <a:pPr lvl="4"/>
            <a:r>
              <a:rPr lang="zh-CN" altLang="en-US" dirty="0"/>
              <a:t>第五级</a:t>
            </a:r>
            <a:endParaRPr lang="zh-CN" altLang="en-US" dirty="0"/>
          </a:p>
        </p:txBody>
      </p:sp>
      <p:sp>
        <p:nvSpPr>
          <p:cNvPr id="199684" name="Rectangle 4"/>
          <p:cNvSpPr>
            <a:spLocks noGrp="1" noChangeArrowheads="1"/>
          </p:cNvSpPr>
          <p:nvPr>
            <p:ph type="dt" sz="half" idx="2"/>
          </p:nvPr>
        </p:nvSpPr>
        <p:spPr bwMode="auto">
          <a:xfrm>
            <a:off x="762000" y="6391275"/>
            <a:ext cx="20574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5" name="Rectangle 5"/>
          <p:cNvSpPr>
            <a:spLocks noGrp="1" noChangeArrowheads="1"/>
          </p:cNvSpPr>
          <p:nvPr>
            <p:ph type="ftr" sz="quarter" idx="3"/>
          </p:nvPr>
        </p:nvSpPr>
        <p:spPr bwMode="auto">
          <a:xfrm>
            <a:off x="3352800" y="6403975"/>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6" name="Rectangle 6"/>
          <p:cNvSpPr>
            <a:spLocks noGrp="1" noChangeArrowheads="1"/>
          </p:cNvSpPr>
          <p:nvPr>
            <p:ph type="sldNum" sz="quarter" idx="4"/>
          </p:nvPr>
        </p:nvSpPr>
        <p:spPr bwMode="auto">
          <a:xfrm>
            <a:off x="6858000" y="6400800"/>
            <a:ext cx="1600200" cy="45720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
        <p:nvSpPr>
          <p:cNvPr id="1031" name="AutoShape 8"/>
          <p:cNvSpPr/>
          <p:nvPr/>
        </p:nvSpPr>
        <p:spPr>
          <a:xfrm>
            <a:off x="168275" y="228600"/>
            <a:ext cx="8823325" cy="6096000"/>
          </a:xfrm>
          <a:prstGeom prst="roundRect">
            <a:avLst>
              <a:gd name="adj" fmla="val 11046"/>
            </a:avLst>
          </a:prstGeom>
          <a:noFill/>
          <a:ln w="3175" cap="rnd" cmpd="sng">
            <a:solidFill>
              <a:srgbClr val="000000"/>
            </a:solidFill>
            <a:prstDash val="sysDot"/>
            <a:round/>
            <a:headEnd type="none" w="med" len="med"/>
            <a:tailEnd type="none" w="med" len="med"/>
          </a:ln>
        </p:spPr>
        <p:txBody>
          <a:bodyPr wrap="none" anchor="ctr" anchorCtr="0"/>
          <a:p>
            <a:pPr lvl="0" algn="ctr"/>
            <a:endParaRPr lang="zh-CN" altLang="zh-CN" sz="2400" dirty="0">
              <a:latin typeface="Times New Roman" panose="02020603050405020304" pitchFamily="18" charset="0"/>
              <a:ea typeface="宋体" panose="02010600030101010101" pitchFamily="2" charset="-122"/>
            </a:endParaRPr>
          </a:p>
        </p:txBody>
      </p:sp>
      <p:sp>
        <p:nvSpPr>
          <p:cNvPr id="1032" name="Line 9"/>
          <p:cNvSpPr/>
          <p:nvPr/>
        </p:nvSpPr>
        <p:spPr>
          <a:xfrm>
            <a:off x="762000" y="1219200"/>
            <a:ext cx="7696200" cy="0"/>
          </a:xfrm>
          <a:prstGeom prst="line">
            <a:avLst/>
          </a:prstGeom>
          <a:ln w="3175" cap="rnd" cmpd="sng">
            <a:solidFill>
              <a:srgbClr val="000000"/>
            </a:solidFill>
            <a:prstDash val="sysDot"/>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random/>
  </p:transition>
  <p:hf sldNum="0" hdr="0" ftr="0" dt="0"/>
  <p:txStyles>
    <p:titleStyle>
      <a:lvl1pPr algn="l" rtl="0" eaLnBrk="0" fontAlgn="base" hangingPunct="0">
        <a:spcBef>
          <a:spcPct val="0"/>
        </a:spcBef>
        <a:spcAft>
          <a:spcPct val="0"/>
        </a:spcAft>
        <a:defRPr sz="3300" b="1">
          <a:solidFill>
            <a:srgbClr val="000066"/>
          </a:solidFill>
          <a:latin typeface="+mj-lt"/>
          <a:ea typeface="+mj-ea"/>
          <a:cs typeface="+mj-cs"/>
        </a:defRPr>
      </a:lvl1pPr>
      <a:lvl2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2pPr>
      <a:lvl3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3pPr>
      <a:lvl4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4pPr>
      <a:lvl5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5pPr>
      <a:lvl6pPr marL="4572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6pPr>
      <a:lvl7pPr marL="9144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7pPr>
      <a:lvl8pPr marL="13716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8pPr>
      <a:lvl9pPr marL="18288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9pPr>
    </p:titleStyle>
    <p:bodyStyle>
      <a:lvl1pPr marL="342900" indent="-342900" algn="l" rtl="0" eaLnBrk="0" fontAlgn="base" hangingPunct="0">
        <a:lnSpc>
          <a:spcPct val="125000"/>
        </a:lnSpc>
        <a:spcBef>
          <a:spcPct val="0"/>
        </a:spcBef>
        <a:spcAft>
          <a:spcPct val="0"/>
        </a:spcAft>
        <a:buClr>
          <a:schemeClr val="bg2"/>
        </a:buClr>
        <a:buSzPct val="70000"/>
        <a:buFont typeface="Wingdings" panose="05000000000000000000" pitchFamily="2" charset="2"/>
        <a:buChar char="l"/>
        <a:defRPr sz="3100" b="1">
          <a:solidFill>
            <a:schemeClr val="tx1"/>
          </a:solidFill>
          <a:latin typeface="+mn-lt"/>
          <a:ea typeface="+mn-ea"/>
          <a:cs typeface="+mn-cs"/>
        </a:defRPr>
      </a:lvl1pPr>
      <a:lvl2pPr marL="742950" indent="-285750" algn="l" rtl="0" eaLnBrk="0" fontAlgn="base" hangingPunct="0">
        <a:lnSpc>
          <a:spcPct val="125000"/>
        </a:lnSpc>
        <a:spcBef>
          <a:spcPct val="0"/>
        </a:spcBef>
        <a:spcAft>
          <a:spcPct val="0"/>
        </a:spcAft>
        <a:buClr>
          <a:schemeClr val="tx1"/>
        </a:buClr>
        <a:buSzPct val="70000"/>
        <a:buFont typeface="Wingdings" panose="05000000000000000000" pitchFamily="2" charset="2"/>
        <a:buChar char="Ø"/>
        <a:defRPr sz="2600" b="1">
          <a:solidFill>
            <a:schemeClr val="tx1"/>
          </a:solidFill>
          <a:latin typeface="+mn-lt"/>
          <a:ea typeface="+mn-ea"/>
        </a:defRPr>
      </a:lvl2pPr>
      <a:lvl3pPr marL="1143000" indent="-228600" algn="l" rtl="0" eaLnBrk="0" fontAlgn="base" hangingPunct="0">
        <a:lnSpc>
          <a:spcPct val="125000"/>
        </a:lnSpc>
        <a:spcBef>
          <a:spcPct val="0"/>
        </a:spcBef>
        <a:spcAft>
          <a:spcPct val="0"/>
        </a:spcAft>
        <a:buClr>
          <a:schemeClr val="tx1"/>
        </a:buClr>
        <a:buSzPct val="150000"/>
        <a:buChar char="•"/>
        <a:defRPr sz="2200" b="1">
          <a:solidFill>
            <a:schemeClr val="tx1"/>
          </a:solidFill>
          <a:latin typeface="+mn-lt"/>
          <a:ea typeface="+mn-ea"/>
        </a:defRPr>
      </a:lvl3pPr>
      <a:lvl4pPr marL="1600200" indent="-228600" algn="l" rtl="0" eaLnBrk="0" fontAlgn="base" hangingPunct="0">
        <a:lnSpc>
          <a:spcPct val="125000"/>
        </a:lnSpc>
        <a:spcBef>
          <a:spcPct val="0"/>
        </a:spcBef>
        <a:spcAft>
          <a:spcPct val="0"/>
        </a:spcAft>
        <a:buClr>
          <a:schemeClr val="tx2"/>
        </a:buClr>
        <a:buSzPct val="150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b="1">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b="1">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b="1">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b="1">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447675"/>
            <a:ext cx="7696200" cy="6096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762000" y="1295400"/>
            <a:ext cx="7696200" cy="4648200"/>
          </a:xfrm>
          <a:prstGeom prst="rect">
            <a:avLst/>
          </a:prstGeom>
          <a:noFill/>
          <a:ln w="9525">
            <a:noFill/>
          </a:ln>
        </p:spPr>
        <p:txBody>
          <a:bodyPr anchor="t" anchorCtr="0"/>
          <a:p>
            <a:pPr lvl="0">
              <a:spcBef>
                <a:spcPts val="1000"/>
              </a:spcBef>
              <a:spcAft>
                <a:spcPts val="500"/>
              </a:spcAft>
            </a:pPr>
            <a:r>
              <a:rPr lang="zh-CN" altLang="en-US" dirty="0"/>
              <a:t>单击此处编辑母版文本样式</a:t>
            </a:r>
            <a:endParaRPr lang="zh-CN" altLang="en-US" dirty="0"/>
          </a:p>
          <a:p>
            <a:pPr lvl="1">
              <a:spcBef>
                <a:spcPts val="1000"/>
              </a:spcBef>
              <a:spcAft>
                <a:spcPts val="500"/>
              </a:spcAft>
            </a:pPr>
            <a:r>
              <a:rPr lang="zh-CN" altLang="en-US" dirty="0"/>
              <a:t>第二级</a:t>
            </a:r>
            <a:endParaRPr lang="zh-CN" altLang="en-US" dirty="0"/>
          </a:p>
          <a:p>
            <a:pPr lvl="2">
              <a:spcBef>
                <a:spcPts val="1000"/>
              </a:spcBef>
              <a:spcAft>
                <a:spcPts val="500"/>
              </a:spcAft>
            </a:pPr>
            <a:r>
              <a:rPr lang="zh-CN" altLang="en-US" dirty="0"/>
              <a:t>第三级</a:t>
            </a:r>
            <a:endParaRPr lang="zh-CN" altLang="en-US" dirty="0"/>
          </a:p>
          <a:p>
            <a:pPr lvl="3">
              <a:spcBef>
                <a:spcPts val="1000"/>
              </a:spcBef>
              <a:spcAft>
                <a:spcPts val="500"/>
              </a:spcAft>
            </a:pPr>
            <a:r>
              <a:rPr lang="zh-CN" altLang="en-US" dirty="0"/>
              <a:t>第四级</a:t>
            </a:r>
            <a:endParaRPr lang="zh-CN" altLang="en-US" dirty="0"/>
          </a:p>
          <a:p>
            <a:pPr lvl="4"/>
            <a:r>
              <a:rPr lang="zh-CN" altLang="en-US" dirty="0"/>
              <a:t>第五级</a:t>
            </a:r>
            <a:endParaRPr lang="zh-CN" altLang="en-US" dirty="0"/>
          </a:p>
        </p:txBody>
      </p:sp>
      <p:sp>
        <p:nvSpPr>
          <p:cNvPr id="199684" name="Rectangle 4"/>
          <p:cNvSpPr>
            <a:spLocks noGrp="1" noChangeArrowheads="1"/>
          </p:cNvSpPr>
          <p:nvPr>
            <p:ph type="dt" sz="half" idx="2"/>
          </p:nvPr>
        </p:nvSpPr>
        <p:spPr bwMode="auto">
          <a:xfrm>
            <a:off x="762000" y="6391275"/>
            <a:ext cx="20574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5" name="Rectangle 5"/>
          <p:cNvSpPr>
            <a:spLocks noGrp="1" noChangeArrowheads="1"/>
          </p:cNvSpPr>
          <p:nvPr>
            <p:ph type="ftr" sz="quarter" idx="3"/>
          </p:nvPr>
        </p:nvSpPr>
        <p:spPr bwMode="auto">
          <a:xfrm>
            <a:off x="3352800" y="6403975"/>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9686" name="Rectangle 6"/>
          <p:cNvSpPr>
            <a:spLocks noGrp="1" noChangeArrowheads="1"/>
          </p:cNvSpPr>
          <p:nvPr>
            <p:ph type="sldNum" sz="quarter" idx="4"/>
          </p:nvPr>
        </p:nvSpPr>
        <p:spPr bwMode="auto">
          <a:xfrm>
            <a:off x="6858000" y="6400800"/>
            <a:ext cx="1600200" cy="45720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
        <p:nvSpPr>
          <p:cNvPr id="1031" name="AutoShape 8"/>
          <p:cNvSpPr/>
          <p:nvPr/>
        </p:nvSpPr>
        <p:spPr>
          <a:xfrm>
            <a:off x="168275" y="228600"/>
            <a:ext cx="8823325" cy="6096000"/>
          </a:xfrm>
          <a:prstGeom prst="roundRect">
            <a:avLst>
              <a:gd name="adj" fmla="val 11046"/>
            </a:avLst>
          </a:prstGeom>
          <a:noFill/>
          <a:ln w="3175" cap="rnd" cmpd="sng">
            <a:solidFill>
              <a:srgbClr val="000000"/>
            </a:solidFill>
            <a:prstDash val="sysDot"/>
            <a:round/>
            <a:headEnd type="none" w="med" len="med"/>
            <a:tailEnd type="none" w="med" len="med"/>
          </a:ln>
        </p:spPr>
        <p:txBody>
          <a:bodyPr wrap="none" anchor="ctr" anchorCtr="0"/>
          <a:p>
            <a:pPr lvl="0" algn="ctr"/>
            <a:endParaRPr lang="zh-CN" altLang="zh-CN" sz="2400" dirty="0">
              <a:latin typeface="Times New Roman" panose="02020603050405020304" pitchFamily="18" charset="0"/>
              <a:ea typeface="宋体" panose="02010600030101010101" pitchFamily="2" charset="-122"/>
            </a:endParaRPr>
          </a:p>
        </p:txBody>
      </p:sp>
      <p:sp>
        <p:nvSpPr>
          <p:cNvPr id="1032" name="Line 9"/>
          <p:cNvSpPr/>
          <p:nvPr/>
        </p:nvSpPr>
        <p:spPr>
          <a:xfrm>
            <a:off x="762000" y="1219200"/>
            <a:ext cx="7696200" cy="0"/>
          </a:xfrm>
          <a:prstGeom prst="line">
            <a:avLst/>
          </a:prstGeom>
          <a:ln w="3175" cap="rnd" cmpd="sng">
            <a:solidFill>
              <a:srgbClr val="000000"/>
            </a:solidFill>
            <a:prstDash val="sysDot"/>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p:random/>
  </p:transition>
  <p:hf sldNum="0" hdr="0" ftr="0" dt="0"/>
  <p:txStyles>
    <p:titleStyle>
      <a:lvl1pPr algn="l" rtl="0" eaLnBrk="0" fontAlgn="base" hangingPunct="0">
        <a:spcBef>
          <a:spcPct val="0"/>
        </a:spcBef>
        <a:spcAft>
          <a:spcPct val="0"/>
        </a:spcAft>
        <a:defRPr sz="3300" b="1">
          <a:solidFill>
            <a:srgbClr val="000066"/>
          </a:solidFill>
          <a:latin typeface="+mj-lt"/>
          <a:ea typeface="+mj-ea"/>
          <a:cs typeface="+mj-cs"/>
        </a:defRPr>
      </a:lvl1pPr>
      <a:lvl2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2pPr>
      <a:lvl3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3pPr>
      <a:lvl4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4pPr>
      <a:lvl5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5pPr>
      <a:lvl6pPr marL="4572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6pPr>
      <a:lvl7pPr marL="9144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7pPr>
      <a:lvl8pPr marL="13716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8pPr>
      <a:lvl9pPr marL="18288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9pPr>
    </p:titleStyle>
    <p:bodyStyle>
      <a:lvl1pPr marL="342900" indent="-342900" algn="l" rtl="0" eaLnBrk="0" fontAlgn="base" hangingPunct="0">
        <a:lnSpc>
          <a:spcPct val="125000"/>
        </a:lnSpc>
        <a:spcBef>
          <a:spcPct val="0"/>
        </a:spcBef>
        <a:spcAft>
          <a:spcPct val="0"/>
        </a:spcAft>
        <a:buClr>
          <a:schemeClr val="bg2"/>
        </a:buClr>
        <a:buSzPct val="70000"/>
        <a:buFont typeface="Wingdings" panose="05000000000000000000" pitchFamily="2" charset="2"/>
        <a:buChar char="l"/>
        <a:defRPr sz="3100" b="1">
          <a:solidFill>
            <a:schemeClr val="tx1"/>
          </a:solidFill>
          <a:latin typeface="+mn-lt"/>
          <a:ea typeface="+mn-ea"/>
          <a:cs typeface="+mn-cs"/>
        </a:defRPr>
      </a:lvl1pPr>
      <a:lvl2pPr marL="742950" indent="-285750" algn="l" rtl="0" eaLnBrk="0" fontAlgn="base" hangingPunct="0">
        <a:lnSpc>
          <a:spcPct val="125000"/>
        </a:lnSpc>
        <a:spcBef>
          <a:spcPct val="0"/>
        </a:spcBef>
        <a:spcAft>
          <a:spcPct val="0"/>
        </a:spcAft>
        <a:buClr>
          <a:schemeClr val="tx1"/>
        </a:buClr>
        <a:buSzPct val="70000"/>
        <a:buFont typeface="Wingdings" panose="05000000000000000000" pitchFamily="2" charset="2"/>
        <a:buChar char="Ø"/>
        <a:defRPr sz="2600" b="1">
          <a:solidFill>
            <a:schemeClr val="tx1"/>
          </a:solidFill>
          <a:latin typeface="+mn-lt"/>
          <a:ea typeface="+mn-ea"/>
        </a:defRPr>
      </a:lvl2pPr>
      <a:lvl3pPr marL="1143000" indent="-228600" algn="l" rtl="0" eaLnBrk="0" fontAlgn="base" hangingPunct="0">
        <a:lnSpc>
          <a:spcPct val="125000"/>
        </a:lnSpc>
        <a:spcBef>
          <a:spcPct val="0"/>
        </a:spcBef>
        <a:spcAft>
          <a:spcPct val="0"/>
        </a:spcAft>
        <a:buClr>
          <a:schemeClr val="tx1"/>
        </a:buClr>
        <a:buSzPct val="150000"/>
        <a:buChar char="•"/>
        <a:defRPr sz="2200" b="1">
          <a:solidFill>
            <a:schemeClr val="tx1"/>
          </a:solidFill>
          <a:latin typeface="+mn-lt"/>
          <a:ea typeface="+mn-ea"/>
        </a:defRPr>
      </a:lvl3pPr>
      <a:lvl4pPr marL="1600200" indent="-228600" algn="l" rtl="0" eaLnBrk="0" fontAlgn="base" hangingPunct="0">
        <a:lnSpc>
          <a:spcPct val="125000"/>
        </a:lnSpc>
        <a:spcBef>
          <a:spcPct val="0"/>
        </a:spcBef>
        <a:spcAft>
          <a:spcPct val="0"/>
        </a:spcAft>
        <a:buClr>
          <a:schemeClr val="tx2"/>
        </a:buClr>
        <a:buSzPct val="150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b="1">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b="1">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b="1">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b="1">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ctrTitle"/>
          </p:nvPr>
        </p:nvSpPr>
        <p:spPr>
          <a:xfrm>
            <a:off x="761365" y="2205990"/>
            <a:ext cx="7772400" cy="1624330"/>
          </a:xfrm>
          <a:ln/>
        </p:spPr>
        <p:txBody>
          <a:bodyPr vert="horz" wrap="square" lIns="91440" tIns="45720" rIns="91440" bIns="45720" anchor="ctr" anchorCtr="1"/>
          <a:p>
            <a:pPr eaLnBrk="1" hangingPunct="1">
              <a:buClrTx/>
              <a:buSzTx/>
              <a:buFontTx/>
            </a:pPr>
            <a:r>
              <a:rPr lang="zh-CN" altLang="en-US" sz="4800" dirty="0">
                <a:latin typeface="微软雅黑" panose="020B0503020204020204" charset="-122"/>
                <a:ea typeface="微软雅黑" panose="020B0503020204020204" charset="-122"/>
                <a:cs typeface="微软雅黑" panose="020B0503020204020204" charset="-122"/>
              </a:rPr>
              <a:t>测试</a:t>
            </a:r>
            <a:r>
              <a:rPr lang="en-US" altLang="zh-CN" sz="4800" dirty="0">
                <a:latin typeface="微软雅黑" panose="020B0503020204020204" charset="-122"/>
                <a:ea typeface="微软雅黑" panose="020B0503020204020204" charset="-122"/>
                <a:cs typeface="微软雅黑" panose="020B0503020204020204" charset="-122"/>
              </a:rPr>
              <a:t>——</a:t>
            </a:r>
            <a:r>
              <a:rPr lang="zh-CN" altLang="en-US" sz="4800" dirty="0">
                <a:latin typeface="微软雅黑" panose="020B0503020204020204" charset="-122"/>
                <a:ea typeface="微软雅黑" panose="020B0503020204020204" charset="-122"/>
                <a:cs typeface="微软雅黑" panose="020B0503020204020204" charset="-122"/>
              </a:rPr>
              <a:t>测试用例</a:t>
            </a:r>
            <a:endParaRPr lang="zh-CN" altLang="en-US" sz="4800" dirty="0">
              <a:latin typeface="微软雅黑" panose="020B0503020204020204" charset="-122"/>
              <a:ea typeface="微软雅黑" panose="020B0503020204020204" charset="-122"/>
              <a:cs typeface="微软雅黑" panose="020B0503020204020204" charset="-122"/>
            </a:endParaRPr>
          </a:p>
        </p:txBody>
      </p:sp>
      <p:sp>
        <p:nvSpPr>
          <p:cNvPr id="3" name="Rectangle 2"/>
          <p:cNvSpPr>
            <a:spLocks noGrp="1"/>
          </p:cNvSpPr>
          <p:nvPr/>
        </p:nvSpPr>
        <p:spPr>
          <a:xfrm>
            <a:off x="685800" y="1066800"/>
            <a:ext cx="7772400" cy="1365885"/>
          </a:xfrm>
          <a:prstGeom prst="rect">
            <a:avLst/>
          </a:prstGeom>
          <a:noFill/>
          <a:ln w="9525">
            <a:noFill/>
          </a:ln>
        </p:spPr>
        <p:txBody>
          <a:bodyPr vert="horz" wrap="square" lIns="91440" tIns="45720" rIns="91440" bIns="45720" anchor="ctr" anchorCtr="1"/>
          <a:lstStyle>
            <a:lvl1pPr algn="ctr" rtl="0" eaLnBrk="0" fontAlgn="base" hangingPunct="0">
              <a:spcBef>
                <a:spcPct val="0"/>
              </a:spcBef>
              <a:spcAft>
                <a:spcPct val="0"/>
              </a:spcAft>
              <a:defRPr sz="4900" b="1">
                <a:solidFill>
                  <a:srgbClr val="000066"/>
                </a:solidFill>
                <a:latin typeface="+mj-lt"/>
                <a:ea typeface="+mj-ea"/>
                <a:cs typeface="+mj-cs"/>
              </a:defRPr>
            </a:lvl1pPr>
            <a:lvl2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2pPr>
            <a:lvl3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3pPr>
            <a:lvl4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4pPr>
            <a:lvl5pPr algn="l" rtl="0" eaLnBrk="0" fontAlgn="base" hangingPunct="0">
              <a:spcBef>
                <a:spcPct val="0"/>
              </a:spcBef>
              <a:spcAft>
                <a:spcPct val="0"/>
              </a:spcAft>
              <a:defRPr sz="3300" b="1">
                <a:solidFill>
                  <a:srgbClr val="000066"/>
                </a:solidFill>
                <a:latin typeface="Arial Black" panose="020B0A04020102020204" pitchFamily="34" charset="0"/>
                <a:ea typeface="宋体" panose="02010600030101010101" pitchFamily="2" charset="-122"/>
              </a:defRPr>
            </a:lvl5pPr>
            <a:lvl6pPr marL="4572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6pPr>
            <a:lvl7pPr marL="9144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7pPr>
            <a:lvl8pPr marL="13716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8pPr>
            <a:lvl9pPr marL="1828800" algn="l" rtl="0" fontAlgn="base">
              <a:spcBef>
                <a:spcPct val="0"/>
              </a:spcBef>
              <a:spcAft>
                <a:spcPct val="0"/>
              </a:spcAft>
              <a:defRPr sz="3300" b="1">
                <a:solidFill>
                  <a:srgbClr val="000066"/>
                </a:solidFill>
                <a:latin typeface="Arial Black" panose="020B0A04020102020204" pitchFamily="34" charset="0"/>
                <a:ea typeface="宋体" panose="02010600030101010101" pitchFamily="2" charset="-122"/>
              </a:defRPr>
            </a:lvl9pPr>
          </a:lstStyle>
          <a:p>
            <a:pPr eaLnBrk="1" hangingPunct="1">
              <a:buClrTx/>
              <a:buSzTx/>
              <a:buFontTx/>
            </a:pPr>
            <a:r>
              <a:rPr lang="zh-CN" altLang="en-US" sz="4100" dirty="0">
                <a:latin typeface="微软雅黑" panose="020B0503020204020204" charset="-122"/>
                <a:ea typeface="微软雅黑" panose="020B0503020204020204" charset="-122"/>
                <a:sym typeface="+mn-ea"/>
              </a:rPr>
              <a:t>软件工程案例分析与实践</a:t>
            </a:r>
            <a:endParaRPr lang="zh-CN" altLang="en-US" dirty="0">
              <a:latin typeface="+mj-lt"/>
              <a:ea typeface="+mj-ea"/>
              <a:cs typeface="+mj-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7170" name="Rectangle 2"/>
          <p:cNvSpPr>
            <a:spLocks noGrp="1"/>
          </p:cNvSpPr>
          <p:nvPr>
            <p:ph type="title"/>
          </p:nvPr>
        </p:nvSpPr>
        <p:spPr>
          <a:ln/>
        </p:spPr>
        <p:txBody>
          <a:bodyPr vert="horz" wrap="square" lIns="91440" tIns="45720" rIns="91440" bIns="45720" anchor="b" anchorCtr="0"/>
          <a:p>
            <a:pPr eaLnBrk="1" hangingPunct="1"/>
            <a:r>
              <a:rPr lang="zh-CN" altLang="en-US" dirty="0"/>
              <a:t>工作流明细</a:t>
            </a:r>
            <a:endParaRPr lang="zh-CN" altLang="en-US" dirty="0"/>
          </a:p>
        </p:txBody>
      </p:sp>
      <p:pic>
        <p:nvPicPr>
          <p:cNvPr id="7171" name="Picture 14" descr="wf_tst"/>
          <p:cNvPicPr>
            <a:picLocks noChangeAspect="1"/>
          </p:cNvPicPr>
          <p:nvPr/>
        </p:nvPicPr>
        <p:blipFill>
          <a:blip r:embed="rId1"/>
          <a:stretch>
            <a:fillRect/>
          </a:stretch>
        </p:blipFill>
        <p:spPr>
          <a:xfrm>
            <a:off x="2971800" y="1247775"/>
            <a:ext cx="2971800" cy="5229225"/>
          </a:xfrm>
          <a:prstGeom prst="rect">
            <a:avLst/>
          </a:prstGeom>
          <a:noFill/>
          <a:ln w="9525">
            <a:noFill/>
          </a:ln>
        </p:spPr>
      </p:pic>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9218" name="Rectangle 4"/>
          <p:cNvSpPr>
            <a:spLocks noGrp="1"/>
          </p:cNvSpPr>
          <p:nvPr>
            <p:ph type="title"/>
          </p:nvPr>
        </p:nvSpPr>
        <p:spPr>
          <a:ln/>
        </p:spPr>
        <p:txBody>
          <a:bodyPr vert="horz" wrap="square" lIns="91440" tIns="45720" rIns="91440" bIns="45720" anchor="b" anchorCtr="0"/>
          <a:p>
            <a:pPr eaLnBrk="1" hangingPunct="1"/>
            <a:r>
              <a:rPr lang="zh-CN" altLang="en-US" dirty="0"/>
              <a:t>设计测试</a:t>
            </a:r>
            <a:endParaRPr lang="zh-CN" altLang="en-US" dirty="0"/>
          </a:p>
        </p:txBody>
      </p:sp>
      <p:sp>
        <p:nvSpPr>
          <p:cNvPr id="9219" name="Rectangle 9"/>
          <p:cNvSpPr>
            <a:spLocks noGrp="1"/>
          </p:cNvSpPr>
          <p:nvPr>
            <p:ph sz="half" idx="2"/>
          </p:nvPr>
        </p:nvSpPr>
        <p:spPr>
          <a:ln/>
        </p:spPr>
        <p:txBody>
          <a:bodyPr vert="horz" wrap="square" lIns="91440" tIns="45720" rIns="91440" bIns="45720" anchor="t" anchorCtr="0"/>
          <a:p>
            <a:pPr eaLnBrk="1" hangingPunct="1">
              <a:lnSpc>
                <a:spcPct val="80000"/>
              </a:lnSpc>
              <a:buClr>
                <a:schemeClr val="bg2"/>
              </a:buClr>
              <a:buSzPct val="70000"/>
              <a:buFont typeface="Wingdings" panose="05000000000000000000" pitchFamily="2" charset="2"/>
            </a:pPr>
            <a:endParaRPr lang="zh-CN" altLang="zh-CN" sz="2000" dirty="0"/>
          </a:p>
        </p:txBody>
      </p:sp>
      <p:pic>
        <p:nvPicPr>
          <p:cNvPr id="9220" name="Picture 7" descr="wfs_dsgn"/>
          <p:cNvPicPr>
            <a:picLocks noChangeAspect="1"/>
          </p:cNvPicPr>
          <p:nvPr/>
        </p:nvPicPr>
        <p:blipFill>
          <a:blip r:embed="rId1"/>
          <a:stretch>
            <a:fillRect/>
          </a:stretch>
        </p:blipFill>
        <p:spPr>
          <a:xfrm>
            <a:off x="3352800" y="1230313"/>
            <a:ext cx="5486400" cy="5170487"/>
          </a:xfrm>
          <a:prstGeom prst="rect">
            <a:avLst/>
          </a:prstGeom>
          <a:noFill/>
          <a:ln w="9525">
            <a:noFill/>
          </a:ln>
        </p:spPr>
      </p:pic>
      <p:sp>
        <p:nvSpPr>
          <p:cNvPr id="9221" name="Rectangle 8"/>
          <p:cNvSpPr>
            <a:spLocks noGrp="1"/>
          </p:cNvSpPr>
          <p:nvPr>
            <p:ph type="body" sz="half" idx="1"/>
          </p:nvPr>
        </p:nvSpPr>
        <p:spPr>
          <a:xfrm>
            <a:off x="304800" y="1295400"/>
            <a:ext cx="3828415" cy="4648200"/>
          </a:xfrm>
          <a:ln/>
        </p:spPr>
        <p:txBody>
          <a:bodyPr vert="horz" wrap="square" lIns="91440" tIns="45720" rIns="91440" bIns="45720" anchor="t" anchorCtr="0"/>
          <a:p>
            <a:pPr eaLnBrk="1" hangingPunct="1">
              <a:lnSpc>
                <a:spcPct val="125000"/>
              </a:lnSpc>
              <a:spcBef>
                <a:spcPts val="0"/>
              </a:spcBef>
              <a:spcAft>
                <a:spcPts val="0"/>
              </a:spcAft>
              <a:buClr>
                <a:schemeClr val="bg2"/>
              </a:buClr>
              <a:buSzPct val="70000"/>
              <a:buFont typeface="Wingdings" panose="05000000000000000000" pitchFamily="2" charset="2"/>
            </a:pPr>
            <a:r>
              <a:rPr lang="zh-CN" altLang="en-US" sz="1800" dirty="0"/>
              <a:t>测试用例</a:t>
            </a:r>
            <a:endParaRPr lang="zh-CN" altLang="en-US" sz="1800" dirty="0"/>
          </a:p>
          <a:p>
            <a:pPr lvl="1" eaLnBrk="1" hangingPunct="1">
              <a:lnSpc>
                <a:spcPct val="125000"/>
              </a:lnSpc>
              <a:spcBef>
                <a:spcPts val="0"/>
              </a:spcBef>
              <a:spcAft>
                <a:spcPts val="0"/>
              </a:spcAft>
              <a:buClr>
                <a:schemeClr val="tx1"/>
              </a:buClr>
              <a:buSzPct val="70000"/>
              <a:buFont typeface="Wingdings" panose="05000000000000000000" pitchFamily="2" charset="2"/>
            </a:pPr>
            <a:r>
              <a:rPr lang="zh-CN" altLang="en-US" sz="1600" dirty="0"/>
              <a:t>为特定目标开发的测试输入、执行条件和预期结果的集合。 </a:t>
            </a:r>
            <a:endParaRPr lang="zh-CN" altLang="en-US" sz="1600" dirty="0"/>
          </a:p>
          <a:p>
            <a:pPr eaLnBrk="1" hangingPunct="1">
              <a:lnSpc>
                <a:spcPct val="125000"/>
              </a:lnSpc>
              <a:spcBef>
                <a:spcPts val="0"/>
              </a:spcBef>
              <a:spcAft>
                <a:spcPts val="0"/>
              </a:spcAft>
              <a:buClr>
                <a:schemeClr val="bg2"/>
              </a:buClr>
              <a:buSzPct val="70000"/>
              <a:buFont typeface="Wingdings" panose="05000000000000000000" pitchFamily="2" charset="2"/>
            </a:pPr>
            <a:r>
              <a:rPr lang="zh-CN" altLang="en-US" sz="1800" dirty="0"/>
              <a:t>测试过程</a:t>
            </a:r>
            <a:endParaRPr lang="zh-CN" altLang="en-US" sz="1800" dirty="0"/>
          </a:p>
          <a:p>
            <a:pPr lvl="1" eaLnBrk="1" hangingPunct="1">
              <a:lnSpc>
                <a:spcPct val="125000"/>
              </a:lnSpc>
              <a:spcBef>
                <a:spcPts val="0"/>
              </a:spcBef>
              <a:spcAft>
                <a:spcPts val="0"/>
              </a:spcAft>
              <a:buClr>
                <a:schemeClr val="tx1"/>
              </a:buClr>
              <a:buSzPct val="70000"/>
              <a:buFont typeface="Wingdings" panose="05000000000000000000" pitchFamily="2" charset="2"/>
            </a:pPr>
            <a:r>
              <a:rPr lang="zh-CN" altLang="en-US" sz="1600" dirty="0"/>
              <a:t>对给定测试用例（或测试用例集）的设置、执行和评估结果的详细说明的集合 。</a:t>
            </a:r>
            <a:endParaRPr lang="zh-CN" altLang="en-US" sz="1600" dirty="0"/>
          </a:p>
          <a:p>
            <a:pPr eaLnBrk="1" hangingPunct="1">
              <a:lnSpc>
                <a:spcPct val="125000"/>
              </a:lnSpc>
              <a:spcBef>
                <a:spcPts val="0"/>
              </a:spcBef>
              <a:spcAft>
                <a:spcPts val="0"/>
              </a:spcAft>
              <a:buClr>
                <a:schemeClr val="bg2"/>
              </a:buClr>
              <a:buSzPct val="70000"/>
              <a:buFont typeface="Wingdings" panose="05000000000000000000" pitchFamily="2" charset="2"/>
            </a:pPr>
            <a:r>
              <a:rPr lang="zh-CN" altLang="en-US" sz="1800" dirty="0"/>
              <a:t>工作量分析文档</a:t>
            </a:r>
            <a:endParaRPr lang="zh-CN" altLang="en-US" sz="1800" dirty="0"/>
          </a:p>
          <a:p>
            <a:pPr lvl="1" eaLnBrk="1" hangingPunct="1">
              <a:lnSpc>
                <a:spcPct val="125000"/>
              </a:lnSpc>
              <a:spcBef>
                <a:spcPts val="0"/>
              </a:spcBef>
              <a:spcAft>
                <a:spcPts val="0"/>
              </a:spcAft>
              <a:buClr>
                <a:schemeClr val="tx1"/>
              </a:buClr>
              <a:buSzPct val="70000"/>
              <a:buFont typeface="Wingdings" panose="05000000000000000000" pitchFamily="2" charset="2"/>
            </a:pPr>
            <a:r>
              <a:rPr lang="zh-CN" altLang="en-US" sz="1600" dirty="0"/>
              <a:t>用于在不同的性能测试中确定要使用的变量并定义变量值，利用这些性能测试可以模拟主角特征、最终用户业务功能（用例）、工作量和容量。</a:t>
            </a:r>
            <a:r>
              <a:rPr lang="zh-CN" altLang="en-US" sz="1800" dirty="0"/>
              <a:t> </a:t>
            </a:r>
            <a:endParaRPr lang="zh-CN" altLang="en-US" sz="1800" dirty="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11266" name="Rectangle 1028"/>
          <p:cNvSpPr>
            <a:spLocks noGrp="1"/>
          </p:cNvSpPr>
          <p:nvPr>
            <p:ph type="title"/>
          </p:nvPr>
        </p:nvSpPr>
        <p:spPr>
          <a:ln/>
        </p:spPr>
        <p:txBody>
          <a:bodyPr vert="horz" wrap="square" lIns="91440" tIns="45720" rIns="91440" bIns="45720" anchor="b" anchorCtr="0"/>
          <a:p>
            <a:pPr eaLnBrk="1" hangingPunct="1"/>
            <a:r>
              <a:rPr lang="zh-CN" altLang="en-US" dirty="0"/>
              <a:t>实施测试</a:t>
            </a:r>
            <a:endParaRPr lang="zh-CN" altLang="en-US" dirty="0"/>
          </a:p>
        </p:txBody>
      </p:sp>
      <p:sp>
        <p:nvSpPr>
          <p:cNvPr id="11267" name="Rectangle 1029"/>
          <p:cNvSpPr>
            <a:spLocks noGrp="1"/>
          </p:cNvSpPr>
          <p:nvPr>
            <p:ph type="body" sz="half" idx="1"/>
          </p:nvPr>
        </p:nvSpPr>
        <p:spPr>
          <a:xfrm>
            <a:off x="342265" y="1295400"/>
            <a:ext cx="4441190" cy="4648200"/>
          </a:xfrm>
          <a:ln/>
        </p:spPr>
        <p:txBody>
          <a:bodyPr vert="horz" wrap="square" lIns="91440" tIns="45720" rIns="91440" bIns="45720" anchor="t" anchorCtr="0"/>
          <a:p>
            <a:pPr eaLnBrk="1" hangingPunct="1">
              <a:lnSpc>
                <a:spcPct val="125000"/>
              </a:lnSpc>
              <a:spcBef>
                <a:spcPts val="1000"/>
              </a:spcBef>
              <a:spcAft>
                <a:spcPts val="500"/>
              </a:spcAft>
              <a:buClr>
                <a:schemeClr val="bg2"/>
              </a:buClr>
              <a:buSzPct val="70000"/>
              <a:buFont typeface="Wingdings" panose="05000000000000000000" pitchFamily="2" charset="2"/>
            </a:pPr>
            <a:r>
              <a:rPr lang="zh-CN" altLang="en-US" sz="2400" dirty="0"/>
              <a:t>实施（记录、生成或编写）设计测试中定义的测试过程。</a:t>
            </a:r>
            <a:endParaRPr lang="zh-CN" altLang="en-US" sz="2400" dirty="0"/>
          </a:p>
          <a:p>
            <a:pPr eaLnBrk="1" hangingPunct="1">
              <a:lnSpc>
                <a:spcPct val="125000"/>
              </a:lnSpc>
              <a:spcBef>
                <a:spcPts val="1000"/>
              </a:spcBef>
              <a:spcAft>
                <a:spcPts val="500"/>
              </a:spcAft>
              <a:buClr>
                <a:schemeClr val="bg2"/>
              </a:buClr>
              <a:buSzPct val="70000"/>
              <a:buFont typeface="Wingdings" panose="05000000000000000000" pitchFamily="2" charset="2"/>
            </a:pPr>
            <a:r>
              <a:rPr lang="zh-CN" altLang="en-US" sz="2400" dirty="0"/>
              <a:t>输出工件</a:t>
            </a:r>
            <a:endParaRPr lang="zh-CN" altLang="en-US" sz="2400" dirty="0"/>
          </a:p>
          <a:p>
            <a:pPr lvl="1" eaLnBrk="1" hangingPunct="1">
              <a:lnSpc>
                <a:spcPct val="125000"/>
              </a:lnSpc>
              <a:spcBef>
                <a:spcPts val="1000"/>
              </a:spcBef>
              <a:spcAft>
                <a:spcPts val="500"/>
              </a:spcAft>
              <a:buClr>
                <a:schemeClr val="tx1"/>
              </a:buClr>
              <a:buSzPct val="70000"/>
              <a:buFont typeface="Wingdings" panose="05000000000000000000" pitchFamily="2" charset="2"/>
            </a:pPr>
            <a:r>
              <a:rPr lang="zh-CN" altLang="en-US" sz="2000" dirty="0"/>
              <a:t>测试脚本</a:t>
            </a:r>
            <a:endParaRPr lang="zh-CN" altLang="en-US" sz="2000" dirty="0"/>
          </a:p>
          <a:p>
            <a:pPr lvl="2" eaLnBrk="1" hangingPunct="1">
              <a:lnSpc>
                <a:spcPct val="125000"/>
              </a:lnSpc>
              <a:spcBef>
                <a:spcPts val="1000"/>
              </a:spcBef>
              <a:spcAft>
                <a:spcPts val="500"/>
              </a:spcAft>
              <a:buClr>
                <a:schemeClr val="tx1"/>
              </a:buClr>
              <a:buSzPct val="150000"/>
              <a:buFontTx/>
            </a:pPr>
            <a:r>
              <a:rPr lang="zh-CN" altLang="en-US" sz="1800" dirty="0"/>
              <a:t>是测试过程的计算机可读版本。</a:t>
            </a:r>
            <a:endParaRPr lang="zh-CN" altLang="en-US" sz="1800" dirty="0"/>
          </a:p>
          <a:p>
            <a:pPr lvl="2" eaLnBrk="1" hangingPunct="1">
              <a:lnSpc>
                <a:spcPct val="125000"/>
              </a:lnSpc>
              <a:spcBef>
                <a:spcPts val="1000"/>
              </a:spcBef>
              <a:spcAft>
                <a:spcPts val="500"/>
              </a:spcAft>
              <a:buClr>
                <a:schemeClr val="tx1"/>
              </a:buClr>
              <a:buSzPct val="150000"/>
              <a:buFontTx/>
            </a:pPr>
            <a:r>
              <a:rPr lang="zh-CN" altLang="en-US" sz="1800" dirty="0"/>
              <a:t>测试脚本的生成可以在测试自动化工具环境中或编程环境中完成。  </a:t>
            </a:r>
            <a:endParaRPr lang="zh-CN" altLang="en-US" sz="1800" dirty="0"/>
          </a:p>
        </p:txBody>
      </p:sp>
      <p:pic>
        <p:nvPicPr>
          <p:cNvPr id="11268" name="Picture 1032" descr="wfs_tst2"/>
          <p:cNvPicPr>
            <a:picLocks noChangeAspect="1"/>
          </p:cNvPicPr>
          <p:nvPr/>
        </p:nvPicPr>
        <p:blipFill>
          <a:blip r:embed="rId1"/>
          <a:stretch>
            <a:fillRect/>
          </a:stretch>
        </p:blipFill>
        <p:spPr>
          <a:xfrm>
            <a:off x="4824413" y="1066800"/>
            <a:ext cx="3786187" cy="5334000"/>
          </a:xfrm>
          <a:prstGeom prst="rect">
            <a:avLst/>
          </a:prstGeom>
          <a:noFill/>
          <a:ln w="9525">
            <a:noFill/>
          </a:ln>
        </p:spPr>
      </p:pic>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13314" name="Rectangle 2"/>
          <p:cNvSpPr>
            <a:spLocks noGrp="1"/>
          </p:cNvSpPr>
          <p:nvPr>
            <p:ph type="title"/>
          </p:nvPr>
        </p:nvSpPr>
        <p:spPr>
          <a:ln/>
        </p:spPr>
        <p:txBody>
          <a:bodyPr vert="horz" wrap="square" lIns="91440" tIns="45720" rIns="91440" bIns="45720" anchor="b" anchorCtr="0"/>
          <a:p>
            <a:pPr eaLnBrk="1" hangingPunct="1"/>
            <a:r>
              <a:rPr lang="zh-CN" altLang="en-US" dirty="0"/>
              <a:t>执行测试</a:t>
            </a:r>
            <a:endParaRPr lang="zh-CN" altLang="en-US" dirty="0"/>
          </a:p>
        </p:txBody>
      </p:sp>
      <p:sp>
        <p:nvSpPr>
          <p:cNvPr id="13315" name="Rectangle 3"/>
          <p:cNvSpPr>
            <a:spLocks noGrp="1"/>
          </p:cNvSpPr>
          <p:nvPr>
            <p:ph idx="1"/>
          </p:nvPr>
        </p:nvSpPr>
        <p:spPr>
          <a:xfrm>
            <a:off x="532130" y="1295400"/>
            <a:ext cx="8275320" cy="4648200"/>
          </a:xfrm>
          <a:ln/>
        </p:spPr>
        <p:txBody>
          <a:bodyPr vert="horz" wrap="square" lIns="91440" tIns="45720" rIns="91440" bIns="45720" anchor="t" anchorCtr="0"/>
          <a:p>
            <a:pPr eaLnBrk="1" hangingPunct="1">
              <a:lnSpc>
                <a:spcPct val="125000"/>
              </a:lnSpc>
              <a:spcBef>
                <a:spcPts val="1000"/>
              </a:spcBef>
              <a:spcAft>
                <a:spcPts val="500"/>
              </a:spcAft>
            </a:pPr>
            <a:r>
              <a:rPr lang="zh-CN" altLang="en-US" sz="2000" dirty="0"/>
              <a:t>执行测试并获取测试结果。 </a:t>
            </a:r>
            <a:endParaRPr lang="zh-CN" altLang="en-US" sz="2000" dirty="0"/>
          </a:p>
          <a:p>
            <a:pPr eaLnBrk="1" hangingPunct="1">
              <a:lnSpc>
                <a:spcPct val="125000"/>
              </a:lnSpc>
              <a:spcBef>
                <a:spcPts val="1000"/>
              </a:spcBef>
              <a:spcAft>
                <a:spcPts val="500"/>
              </a:spcAft>
            </a:pPr>
            <a:r>
              <a:rPr lang="zh-CN" altLang="en-US" sz="2000" dirty="0"/>
              <a:t>步骤</a:t>
            </a:r>
            <a:endParaRPr lang="zh-CN" altLang="en-US" sz="2000" dirty="0"/>
          </a:p>
          <a:p>
            <a:pPr lvl="1" eaLnBrk="1" hangingPunct="1">
              <a:lnSpc>
                <a:spcPct val="125000"/>
              </a:lnSpc>
              <a:spcBef>
                <a:spcPts val="1000"/>
              </a:spcBef>
              <a:spcAft>
                <a:spcPts val="500"/>
              </a:spcAft>
            </a:pPr>
            <a:r>
              <a:rPr lang="zh-CN" altLang="en-US" sz="1800" dirty="0">
                <a:solidFill>
                  <a:srgbClr val="A50021"/>
                </a:solidFill>
              </a:rPr>
              <a:t>设置测试环境</a:t>
            </a:r>
            <a:r>
              <a:rPr lang="zh-CN" altLang="en-US" sz="1800" dirty="0"/>
              <a:t>，确保所需的全部构件（硬件、软件、工具、数据等）都已实施并处于测试环境中。 </a:t>
            </a:r>
            <a:endParaRPr lang="zh-CN" altLang="en-US" sz="1800" dirty="0"/>
          </a:p>
          <a:p>
            <a:pPr lvl="1" eaLnBrk="1" hangingPunct="1">
              <a:lnSpc>
                <a:spcPct val="125000"/>
              </a:lnSpc>
              <a:spcBef>
                <a:spcPts val="1000"/>
              </a:spcBef>
              <a:spcAft>
                <a:spcPts val="500"/>
              </a:spcAft>
            </a:pPr>
            <a:r>
              <a:rPr lang="zh-CN" altLang="en-US" sz="1800" dirty="0">
                <a:solidFill>
                  <a:srgbClr val="A50021"/>
                </a:solidFill>
              </a:rPr>
              <a:t>将测试环境初始化</a:t>
            </a:r>
            <a:r>
              <a:rPr lang="zh-CN" altLang="en-US" sz="1800" dirty="0"/>
              <a:t>，以确保所有构件都处于正确的初始状态，可以开始测试。 </a:t>
            </a:r>
            <a:endParaRPr lang="zh-CN" altLang="en-US" sz="1800" dirty="0"/>
          </a:p>
          <a:p>
            <a:pPr lvl="1" eaLnBrk="1" hangingPunct="1">
              <a:lnSpc>
                <a:spcPct val="125000"/>
              </a:lnSpc>
              <a:spcBef>
                <a:spcPts val="1000"/>
              </a:spcBef>
              <a:spcAft>
                <a:spcPts val="500"/>
              </a:spcAft>
            </a:pPr>
            <a:r>
              <a:rPr lang="zh-CN" altLang="en-US" sz="1800" dirty="0">
                <a:solidFill>
                  <a:srgbClr val="A50021"/>
                </a:solidFill>
              </a:rPr>
              <a:t>执行测试过程</a:t>
            </a:r>
            <a:r>
              <a:rPr lang="zh-CN" altLang="en-US" sz="1800" dirty="0"/>
              <a:t>。 测试过程的执行方式将依据测试是自动测试还是手工测试而有所不同。</a:t>
            </a:r>
            <a:endParaRPr lang="zh-CN" altLang="en-US" sz="1800" dirty="0"/>
          </a:p>
          <a:p>
            <a:pPr lvl="2" eaLnBrk="1" hangingPunct="1">
              <a:lnSpc>
                <a:spcPct val="125000"/>
              </a:lnSpc>
              <a:spcBef>
                <a:spcPts val="1000"/>
              </a:spcBef>
              <a:spcAft>
                <a:spcPts val="500"/>
              </a:spcAft>
            </a:pPr>
            <a:r>
              <a:rPr lang="zh-CN" altLang="en-US" sz="1800" dirty="0"/>
              <a:t>自动测试：执行在实施测试活动中创建的测试脚本。 </a:t>
            </a:r>
            <a:endParaRPr lang="zh-CN" altLang="en-US" sz="1800" dirty="0"/>
          </a:p>
          <a:p>
            <a:pPr lvl="2" eaLnBrk="1" hangingPunct="1">
              <a:lnSpc>
                <a:spcPct val="125000"/>
              </a:lnSpc>
              <a:spcBef>
                <a:spcPts val="1000"/>
              </a:spcBef>
              <a:spcAft>
                <a:spcPts val="500"/>
              </a:spcAft>
            </a:pPr>
            <a:r>
              <a:rPr lang="zh-CN" altLang="en-US" sz="1800" dirty="0"/>
              <a:t>手工测试：按照在设计测试活动中制定的结构化测试过程来手工执行测试。</a:t>
            </a:r>
            <a:endParaRPr lang="zh-CN" altLang="en-US" sz="1800" dirty="0"/>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15362" name="Rectangle 2"/>
          <p:cNvSpPr>
            <a:spLocks noGrp="1"/>
          </p:cNvSpPr>
          <p:nvPr>
            <p:ph type="title"/>
          </p:nvPr>
        </p:nvSpPr>
        <p:spPr>
          <a:ln/>
        </p:spPr>
        <p:txBody>
          <a:bodyPr vert="horz" wrap="square" lIns="91440" tIns="45720" rIns="91440" bIns="45720" anchor="b" anchorCtr="0"/>
          <a:p>
            <a:pPr eaLnBrk="1" hangingPunct="1"/>
            <a:r>
              <a:rPr lang="zh-CN" altLang="en-US" dirty="0"/>
              <a:t>测试用例</a:t>
            </a:r>
            <a:r>
              <a:rPr lang="en-US" altLang="zh-CN" dirty="0">
                <a:latin typeface="Arial" panose="020B0604020202020204" pitchFamily="34" charset="0"/>
              </a:rPr>
              <a:t>——</a:t>
            </a:r>
            <a:r>
              <a:rPr lang="zh-CN" altLang="en-US" dirty="0"/>
              <a:t>摘要</a:t>
            </a:r>
            <a:endParaRPr lang="zh-CN" altLang="en-US" dirty="0"/>
          </a:p>
        </p:txBody>
      </p:sp>
      <p:sp>
        <p:nvSpPr>
          <p:cNvPr id="15363" name="Rectangle 3"/>
          <p:cNvSpPr>
            <a:spLocks noGrp="1"/>
          </p:cNvSpPr>
          <p:nvPr>
            <p:ph idx="1"/>
          </p:nvPr>
        </p:nvSpPr>
        <p:spPr>
          <a:ln/>
        </p:spPr>
        <p:txBody>
          <a:bodyPr vert="horz" wrap="square" lIns="91440" tIns="45720" rIns="91440" bIns="45720" anchor="t" anchorCtr="0"/>
          <a:p>
            <a:pPr eaLnBrk="1" hangingPunct="1">
              <a:lnSpc>
                <a:spcPct val="125000"/>
              </a:lnSpc>
              <a:spcBef>
                <a:spcPts val="1000"/>
              </a:spcBef>
              <a:spcAft>
                <a:spcPts val="500"/>
              </a:spcAft>
            </a:pPr>
            <a:r>
              <a:rPr lang="en-US" altLang="zh-CN" sz="2800" dirty="0"/>
              <a:t>1. </a:t>
            </a:r>
            <a:r>
              <a:rPr lang="zh-CN" altLang="en-US" sz="2800" dirty="0"/>
              <a:t>测试用例说明</a:t>
            </a:r>
            <a:endParaRPr lang="zh-CN" altLang="en-US" sz="2800" dirty="0"/>
          </a:p>
          <a:p>
            <a:pPr lvl="1" eaLnBrk="1" hangingPunct="1">
              <a:lnSpc>
                <a:spcPct val="125000"/>
              </a:lnSpc>
              <a:spcBef>
                <a:spcPts val="1000"/>
              </a:spcBef>
              <a:spcAft>
                <a:spcPts val="500"/>
              </a:spcAft>
            </a:pPr>
            <a:r>
              <a:rPr lang="zh-CN" altLang="en-US" sz="2400" dirty="0"/>
              <a:t>说明这组数据实施</a:t>
            </a:r>
            <a:r>
              <a:rPr lang="en-US" altLang="zh-CN" sz="2400" dirty="0"/>
              <a:t>/</a:t>
            </a:r>
            <a:r>
              <a:rPr lang="zh-CN" altLang="en-US" sz="2400" dirty="0"/>
              <a:t>执行的条件、程序路径或执行的目标。</a:t>
            </a:r>
            <a:endParaRPr lang="zh-CN" altLang="en-US" sz="2400" dirty="0"/>
          </a:p>
          <a:p>
            <a:pPr eaLnBrk="1" hangingPunct="1">
              <a:lnSpc>
                <a:spcPct val="125000"/>
              </a:lnSpc>
              <a:spcBef>
                <a:spcPts val="1000"/>
              </a:spcBef>
              <a:spcAft>
                <a:spcPts val="500"/>
              </a:spcAft>
            </a:pPr>
            <a:r>
              <a:rPr lang="en-US" altLang="zh-CN" sz="2800" dirty="0"/>
              <a:t>2. </a:t>
            </a:r>
            <a:r>
              <a:rPr lang="zh-CN" altLang="en-US" sz="2800" dirty="0"/>
              <a:t>测试输入</a:t>
            </a:r>
            <a:endParaRPr lang="zh-CN" altLang="en-US" sz="2800" dirty="0"/>
          </a:p>
          <a:p>
            <a:pPr lvl="1" eaLnBrk="1" hangingPunct="1">
              <a:lnSpc>
                <a:spcPct val="125000"/>
              </a:lnSpc>
              <a:spcBef>
                <a:spcPts val="1000"/>
              </a:spcBef>
              <a:spcAft>
                <a:spcPts val="500"/>
              </a:spcAft>
            </a:pPr>
            <a:r>
              <a:rPr lang="zh-CN" altLang="en-US" sz="2400" dirty="0"/>
              <a:t>在执行该测试用例时，由主角输入的与之交互的对象、字段和特定数据值（或生成的对象状态）。</a:t>
            </a:r>
            <a:endParaRPr lang="zh-CN" altLang="en-US" sz="2400" dirty="0"/>
          </a:p>
          <a:p>
            <a:pPr eaLnBrk="1" hangingPunct="1">
              <a:lnSpc>
                <a:spcPct val="125000"/>
              </a:lnSpc>
              <a:spcBef>
                <a:spcPts val="1000"/>
              </a:spcBef>
              <a:spcAft>
                <a:spcPts val="500"/>
              </a:spcAft>
            </a:pPr>
            <a:r>
              <a:rPr lang="en-US" altLang="zh-CN" sz="2800" dirty="0"/>
              <a:t>3. </a:t>
            </a:r>
            <a:r>
              <a:rPr lang="zh-CN" altLang="en-US" sz="2800" dirty="0"/>
              <a:t>预期结果</a:t>
            </a:r>
            <a:endParaRPr lang="zh-CN" altLang="en-US" sz="2800" dirty="0"/>
          </a:p>
          <a:p>
            <a:pPr lvl="1" eaLnBrk="1" hangingPunct="1">
              <a:lnSpc>
                <a:spcPct val="125000"/>
              </a:lnSpc>
              <a:spcBef>
                <a:spcPts val="1000"/>
              </a:spcBef>
              <a:spcAft>
                <a:spcPts val="500"/>
              </a:spcAft>
            </a:pPr>
            <a:r>
              <a:rPr lang="zh-CN" altLang="en-US" sz="2400" dirty="0"/>
              <a:t>执行该测试用例完毕后得到的状态或数据。</a:t>
            </a:r>
            <a:endParaRPr lang="zh-CN" altLang="en-US" sz="2400" dirty="0"/>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17410" name="Rectangle 2"/>
          <p:cNvSpPr>
            <a:spLocks noGrp="1"/>
          </p:cNvSpPr>
          <p:nvPr>
            <p:ph type="title"/>
          </p:nvPr>
        </p:nvSpPr>
        <p:spPr>
          <a:ln/>
        </p:spPr>
        <p:txBody>
          <a:bodyPr vert="horz" wrap="square" lIns="91440" tIns="45720" rIns="91440" bIns="45720" anchor="b" anchorCtr="0"/>
          <a:p>
            <a:pPr eaLnBrk="1" hangingPunct="1"/>
            <a:r>
              <a:rPr lang="zh-CN" altLang="en-US" dirty="0"/>
              <a:t>测试用例</a:t>
            </a:r>
            <a:r>
              <a:rPr lang="en-US" altLang="zh-CN" dirty="0">
                <a:latin typeface="Arial" panose="020B0604020202020204" pitchFamily="34" charset="0"/>
              </a:rPr>
              <a:t>——</a:t>
            </a:r>
            <a:r>
              <a:rPr lang="zh-CN" altLang="en-US" dirty="0"/>
              <a:t>解释</a:t>
            </a:r>
            <a:r>
              <a:rPr lang="en-US" altLang="zh-CN" dirty="0"/>
              <a:t>1</a:t>
            </a:r>
            <a:endParaRPr lang="en-US" altLang="zh-CN" dirty="0"/>
          </a:p>
        </p:txBody>
      </p:sp>
      <p:sp>
        <p:nvSpPr>
          <p:cNvPr id="17411" name="Rectangle 3"/>
          <p:cNvSpPr>
            <a:spLocks noGrp="1"/>
          </p:cNvSpPr>
          <p:nvPr>
            <p:ph idx="1"/>
          </p:nvPr>
        </p:nvSpPr>
        <p:spPr>
          <a:xfrm>
            <a:off x="762000" y="1295400"/>
            <a:ext cx="7848600" cy="4876800"/>
          </a:xfrm>
          <a:ln/>
        </p:spPr>
        <p:txBody>
          <a:bodyPr vert="horz" wrap="square" lIns="91440" tIns="45720" rIns="91440" bIns="45720" anchor="t" anchorCtr="0"/>
          <a:p>
            <a:pPr eaLnBrk="1" hangingPunct="1">
              <a:lnSpc>
                <a:spcPct val="125000"/>
              </a:lnSpc>
              <a:spcBef>
                <a:spcPts val="1000"/>
              </a:spcBef>
              <a:spcAft>
                <a:spcPts val="500"/>
              </a:spcAft>
            </a:pPr>
            <a:r>
              <a:rPr lang="zh-CN" altLang="en-US" sz="2200" dirty="0"/>
              <a:t>重要性</a:t>
            </a:r>
            <a:endParaRPr lang="zh-CN" altLang="en-US" sz="2200" dirty="0"/>
          </a:p>
          <a:p>
            <a:pPr lvl="1" eaLnBrk="1" hangingPunct="1">
              <a:lnSpc>
                <a:spcPct val="125000"/>
              </a:lnSpc>
              <a:spcBef>
                <a:spcPts val="1000"/>
              </a:spcBef>
              <a:spcAft>
                <a:spcPts val="500"/>
              </a:spcAft>
            </a:pPr>
            <a:r>
              <a:rPr lang="zh-CN" altLang="en-US" sz="2000" dirty="0"/>
              <a:t>测试用例构成了设计和制定测试过程的基础。 </a:t>
            </a:r>
            <a:endParaRPr lang="zh-CN" altLang="en-US" sz="2000" dirty="0"/>
          </a:p>
          <a:p>
            <a:pPr lvl="1" eaLnBrk="1" hangingPunct="1">
              <a:lnSpc>
                <a:spcPct val="125000"/>
              </a:lnSpc>
              <a:spcBef>
                <a:spcPts val="1000"/>
              </a:spcBef>
              <a:spcAft>
                <a:spcPts val="500"/>
              </a:spcAft>
            </a:pPr>
            <a:r>
              <a:rPr lang="zh-CN" altLang="en-US" sz="2000" dirty="0"/>
              <a:t>测试的“深度”与测试用例的数量成比例。</a:t>
            </a:r>
            <a:endParaRPr lang="zh-CN" altLang="en-US" sz="2000" dirty="0"/>
          </a:p>
          <a:p>
            <a:pPr lvl="1" eaLnBrk="1" hangingPunct="1">
              <a:lnSpc>
                <a:spcPct val="125000"/>
              </a:lnSpc>
              <a:spcBef>
                <a:spcPts val="1000"/>
              </a:spcBef>
              <a:spcAft>
                <a:spcPts val="500"/>
              </a:spcAft>
            </a:pPr>
            <a:r>
              <a:rPr lang="zh-CN" altLang="en-US" sz="2000" dirty="0"/>
              <a:t>判断测试是否完全的一个主要评测方法是基于需求的覆盖，而这又是以确定、实施和</a:t>
            </a:r>
            <a:r>
              <a:rPr lang="en-US" altLang="zh-CN" sz="2000" dirty="0"/>
              <a:t>/</a:t>
            </a:r>
            <a:r>
              <a:rPr lang="zh-CN" altLang="en-US" sz="2000" dirty="0"/>
              <a:t>或执行的测试用例的数量为依据的。</a:t>
            </a:r>
            <a:endParaRPr lang="zh-CN" altLang="en-US" sz="2000" dirty="0"/>
          </a:p>
          <a:p>
            <a:pPr lvl="2" eaLnBrk="1" hangingPunct="1">
              <a:lnSpc>
                <a:spcPct val="125000"/>
              </a:lnSpc>
              <a:spcBef>
                <a:spcPts val="1000"/>
              </a:spcBef>
              <a:spcAft>
                <a:spcPts val="500"/>
              </a:spcAft>
            </a:pPr>
            <a:r>
              <a:rPr lang="zh-CN" altLang="en-US" sz="1800" dirty="0"/>
              <a:t>“</a:t>
            </a:r>
            <a:r>
              <a:rPr lang="en-US" altLang="zh-CN" sz="1800" dirty="0"/>
              <a:t>95%</a:t>
            </a:r>
            <a:r>
              <a:rPr lang="zh-CN" altLang="en-US" sz="1800" dirty="0"/>
              <a:t>的关键测试用例已得以执行和验证”，远比“我们已完成</a:t>
            </a:r>
            <a:r>
              <a:rPr lang="en-US" altLang="zh-CN" sz="1800" dirty="0"/>
              <a:t>95%</a:t>
            </a:r>
            <a:r>
              <a:rPr lang="zh-CN" altLang="en-US" sz="1800" dirty="0"/>
              <a:t>的测试”更有意义。 </a:t>
            </a:r>
            <a:endParaRPr lang="zh-CN" altLang="en-US" sz="1800" dirty="0"/>
          </a:p>
          <a:p>
            <a:pPr lvl="1" eaLnBrk="1" hangingPunct="1">
              <a:lnSpc>
                <a:spcPct val="125000"/>
              </a:lnSpc>
              <a:spcBef>
                <a:spcPts val="1000"/>
              </a:spcBef>
              <a:spcAft>
                <a:spcPts val="500"/>
              </a:spcAft>
            </a:pPr>
            <a:r>
              <a:rPr lang="zh-CN" altLang="en-US" sz="2000" dirty="0"/>
              <a:t>测试工作量与测试用例的数量成比例。</a:t>
            </a:r>
            <a:endParaRPr lang="zh-CN" altLang="en-US" sz="2000" dirty="0"/>
          </a:p>
          <a:p>
            <a:pPr lvl="2" eaLnBrk="1" hangingPunct="1">
              <a:lnSpc>
                <a:spcPct val="125000"/>
              </a:lnSpc>
              <a:spcBef>
                <a:spcPts val="1000"/>
              </a:spcBef>
              <a:spcAft>
                <a:spcPts val="500"/>
              </a:spcAft>
            </a:pPr>
            <a:r>
              <a:rPr lang="zh-CN" altLang="en-US" sz="1800" dirty="0"/>
              <a:t>根据全面且细化的测试用例，可以更准确地估计测试周期各连续阶段的时间安排。 </a:t>
            </a:r>
            <a:endParaRPr lang="zh-CN" altLang="en-US" sz="1800" dirty="0"/>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17410" name="Rectangle 2"/>
          <p:cNvSpPr>
            <a:spLocks noGrp="1"/>
          </p:cNvSpPr>
          <p:nvPr>
            <p:ph type="title"/>
          </p:nvPr>
        </p:nvSpPr>
        <p:spPr/>
        <p:txBody>
          <a:bodyPr vert="horz" wrap="square" lIns="91440" tIns="45720" rIns="91440" bIns="45720" anchor="b" anchorCtr="0"/>
          <a:p>
            <a:pPr eaLnBrk="1" hangingPunct="1"/>
            <a:r>
              <a:rPr lang="zh-CN" altLang="en-US" dirty="0"/>
              <a:t>测试用例</a:t>
            </a:r>
            <a:r>
              <a:rPr lang="en-US" altLang="zh-CN" dirty="0">
                <a:latin typeface="Arial" panose="020B0604020202020204" pitchFamily="34" charset="0"/>
              </a:rPr>
              <a:t>——</a:t>
            </a:r>
            <a:r>
              <a:rPr lang="zh-CN" altLang="en-US" dirty="0"/>
              <a:t>解释</a:t>
            </a:r>
            <a:r>
              <a:rPr lang="en-US" altLang="zh-CN" dirty="0"/>
              <a:t>2</a:t>
            </a:r>
            <a:endParaRPr lang="en-US" altLang="zh-CN" dirty="0"/>
          </a:p>
        </p:txBody>
      </p:sp>
      <p:sp>
        <p:nvSpPr>
          <p:cNvPr id="17411" name="Rectangle 3"/>
          <p:cNvSpPr>
            <a:spLocks noGrp="1"/>
          </p:cNvSpPr>
          <p:nvPr>
            <p:ph idx="1"/>
          </p:nvPr>
        </p:nvSpPr>
        <p:spPr>
          <a:xfrm>
            <a:off x="762000" y="1295400"/>
            <a:ext cx="7848600" cy="4876800"/>
          </a:xfrm>
        </p:spPr>
        <p:txBody>
          <a:bodyPr vert="horz" wrap="square" lIns="91440" tIns="45720" rIns="91440" bIns="45720" anchor="t" anchorCtr="0"/>
          <a:p>
            <a:pPr eaLnBrk="1" hangingPunct="1">
              <a:lnSpc>
                <a:spcPct val="125000"/>
              </a:lnSpc>
              <a:spcBef>
                <a:spcPts val="1000"/>
              </a:spcBef>
              <a:spcAft>
                <a:spcPts val="500"/>
              </a:spcAft>
            </a:pPr>
            <a:r>
              <a:rPr lang="zh-CN" altLang="en-US" sz="2200" dirty="0"/>
              <a:t>分类</a:t>
            </a:r>
            <a:endParaRPr lang="zh-CN" altLang="en-US" sz="2200" dirty="0"/>
          </a:p>
          <a:p>
            <a:pPr lvl="1" eaLnBrk="1" hangingPunct="1">
              <a:lnSpc>
                <a:spcPct val="125000"/>
              </a:lnSpc>
              <a:spcBef>
                <a:spcPts val="1000"/>
              </a:spcBef>
              <a:spcAft>
                <a:spcPts val="500"/>
              </a:spcAft>
            </a:pPr>
            <a:r>
              <a:rPr lang="zh-CN" altLang="en-US" sz="2000" dirty="0"/>
              <a:t>每个测试需求至少编制两个测试用例 </a:t>
            </a:r>
            <a:endParaRPr lang="zh-CN" altLang="en-US" sz="2000" dirty="0"/>
          </a:p>
          <a:p>
            <a:pPr lvl="2" eaLnBrk="1" hangingPunct="1">
              <a:lnSpc>
                <a:spcPct val="125000"/>
              </a:lnSpc>
              <a:spcBef>
                <a:spcPts val="1000"/>
              </a:spcBef>
              <a:spcAft>
                <a:spcPts val="500"/>
              </a:spcAft>
            </a:pPr>
            <a:r>
              <a:rPr lang="zh-CN" altLang="en-US" sz="1800" dirty="0"/>
              <a:t>正面测试用例：一个测试用例用于证明该需求已经满足。</a:t>
            </a:r>
            <a:endParaRPr lang="zh-CN" altLang="en-US" sz="1800" dirty="0"/>
          </a:p>
          <a:p>
            <a:pPr lvl="2" eaLnBrk="1" hangingPunct="1">
              <a:lnSpc>
                <a:spcPct val="125000"/>
              </a:lnSpc>
              <a:spcBef>
                <a:spcPts val="1000"/>
              </a:spcBef>
              <a:spcAft>
                <a:spcPts val="500"/>
              </a:spcAft>
            </a:pPr>
            <a:r>
              <a:rPr lang="zh-CN" altLang="en-US" sz="1800" dirty="0"/>
              <a:t>负面测试用例：另一个测试用例反映某个无法接受、反常或意外的条件或数据，用于论证只有在所需条件下才能够满足该需求。 </a:t>
            </a:r>
            <a:endParaRPr lang="zh-CN" altLang="en-US" sz="1800" dirty="0"/>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19458"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从用例中生成测试用例（用例）</a:t>
            </a:r>
            <a:endParaRPr lang="zh-CN" altLang="en-US" sz="2900" dirty="0"/>
          </a:p>
        </p:txBody>
      </p:sp>
      <p:sp>
        <p:nvSpPr>
          <p:cNvPr id="19459" name="Rectangle 3"/>
          <p:cNvSpPr>
            <a:spLocks noGrp="1"/>
          </p:cNvSpPr>
          <p:nvPr>
            <p:ph idx="1"/>
          </p:nvPr>
        </p:nvSpPr>
        <p:spPr>
          <a:ln/>
        </p:spPr>
        <p:txBody>
          <a:bodyPr vert="horz" wrap="square" lIns="91440" tIns="45720" rIns="91440" bIns="45720" anchor="t" anchorCtr="0"/>
          <a:p>
            <a:pPr eaLnBrk="1" hangingPunct="1"/>
            <a:endParaRPr lang="zh-CN" altLang="zh-CN" dirty="0"/>
          </a:p>
        </p:txBody>
      </p:sp>
      <p:pic>
        <p:nvPicPr>
          <p:cNvPr id="19460" name="Picture 5" descr="tstcs_1"/>
          <p:cNvPicPr>
            <a:picLocks noChangeAspect="1"/>
          </p:cNvPicPr>
          <p:nvPr/>
        </p:nvPicPr>
        <p:blipFill>
          <a:blip r:embed="rId1"/>
          <a:stretch>
            <a:fillRect/>
          </a:stretch>
        </p:blipFill>
        <p:spPr>
          <a:xfrm>
            <a:off x="1905000" y="1447800"/>
            <a:ext cx="5410200" cy="4692650"/>
          </a:xfrm>
          <a:prstGeom prst="rect">
            <a:avLst/>
          </a:prstGeom>
          <a:noFill/>
          <a:ln w="9525">
            <a:noFill/>
          </a:ln>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21506" name="Rectangle 1026"/>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zh-CN" altLang="zh-CN" sz="2900" dirty="0"/>
              <a:t>场景</a:t>
            </a:r>
            <a:r>
              <a:rPr lang="zh-CN" altLang="en-US" sz="2900" dirty="0"/>
              <a:t>）</a:t>
            </a:r>
            <a:endParaRPr lang="zh-CN" altLang="en-US" sz="2900" dirty="0"/>
          </a:p>
        </p:txBody>
      </p:sp>
      <p:graphicFrame>
        <p:nvGraphicFramePr>
          <p:cNvPr id="453814" name="Group 1206"/>
          <p:cNvGraphicFramePr>
            <a:graphicFrameLocks noGrp="1"/>
          </p:cNvGraphicFramePr>
          <p:nvPr>
            <p:ph idx="1"/>
          </p:nvPr>
        </p:nvGraphicFramePr>
        <p:xfrm>
          <a:off x="1066800" y="1524000"/>
          <a:ext cx="7391400" cy="4419600"/>
        </p:xfrm>
        <a:graphic>
          <a:graphicData uri="http://schemas.openxmlformats.org/drawingml/2006/table">
            <a:tbl>
              <a:tblPr/>
              <a:tblGrid>
                <a:gridCol w="1479550"/>
                <a:gridCol w="1476375"/>
                <a:gridCol w="1479550"/>
                <a:gridCol w="1476375"/>
                <a:gridCol w="1479550"/>
              </a:tblGrid>
              <a:tr h="458788">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23554" name="Rectangle 2"/>
          <p:cNvSpPr>
            <a:spLocks noGrp="1"/>
          </p:cNvSpPr>
          <p:nvPr>
            <p:ph type="title"/>
          </p:nvPr>
        </p:nvSpPr>
        <p:spPr>
          <a:xfrm>
            <a:off x="762000" y="447675"/>
            <a:ext cx="8382000" cy="609600"/>
          </a:xfrm>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zh-CN" altLang="zh-CN" sz="2900" dirty="0"/>
              <a:t>测试用例</a:t>
            </a:r>
            <a:r>
              <a:rPr lang="zh-CN" altLang="en-US" sz="2900" dirty="0"/>
              <a:t>）</a:t>
            </a:r>
            <a:endParaRPr lang="zh-CN" altLang="en-US" sz="2900" dirty="0"/>
          </a:p>
        </p:txBody>
      </p:sp>
      <p:sp>
        <p:nvSpPr>
          <p:cNvPr id="23555" name="Rectangle 3"/>
          <p:cNvSpPr>
            <a:spLocks noGrp="1"/>
          </p:cNvSpPr>
          <p:nvPr>
            <p:ph idx="1"/>
          </p:nvPr>
        </p:nvSpPr>
        <p:spPr>
          <a:xfrm>
            <a:off x="762000" y="4038600"/>
            <a:ext cx="8077200" cy="1905000"/>
          </a:xfrm>
          <a:ln/>
        </p:spPr>
        <p:txBody>
          <a:bodyPr vert="horz" wrap="square" lIns="91440" tIns="45720" rIns="91440" bIns="45720" anchor="t" anchorCtr="0"/>
          <a:p>
            <a:pPr marL="0" indent="0" eaLnBrk="1" hangingPunct="1">
              <a:lnSpc>
                <a:spcPct val="105000"/>
              </a:lnSpc>
              <a:spcBef>
                <a:spcPct val="25000"/>
              </a:spcBef>
              <a:buNone/>
            </a:pPr>
            <a:r>
              <a:rPr lang="zh-CN" altLang="zh-CN" sz="2000" dirty="0"/>
              <a:t>例如，假定前图描述的用例对备选流 3 规定如下：</a:t>
            </a:r>
            <a:endParaRPr lang="zh-CN" altLang="zh-CN" sz="2000" dirty="0"/>
          </a:p>
          <a:p>
            <a:pPr eaLnBrk="1" hangingPunct="1">
              <a:lnSpc>
                <a:spcPct val="125000"/>
              </a:lnSpc>
              <a:spcBef>
                <a:spcPts val="25"/>
              </a:spcBef>
              <a:spcAft>
                <a:spcPts val="100"/>
              </a:spcAft>
            </a:pPr>
            <a:r>
              <a:rPr lang="zh-CN" altLang="zh-CN" sz="2000" dirty="0"/>
              <a:t>“如果在上述步骤 2‘输入提款金额’中输入的钱数超出当前帐户余额，则出现此事件流。系统将显示一则警告消息，之后重新加入基本流，再次执行上述步骤 2‘输入提款金额’，此时银行客户可以输入新的提款金额。”</a:t>
            </a:r>
            <a:endParaRPr lang="zh-CN" altLang="zh-CN" sz="2000" dirty="0"/>
          </a:p>
        </p:txBody>
      </p:sp>
      <p:sp>
        <p:nvSpPr>
          <p:cNvPr id="23556" name="Rectangle 4"/>
          <p:cNvSpPr/>
          <p:nvPr/>
        </p:nvSpPr>
        <p:spPr>
          <a:xfrm>
            <a:off x="0" y="1965325"/>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12323" name="Group 35"/>
          <p:cNvGraphicFramePr>
            <a:graphicFrameLocks noGrp="1"/>
          </p:cNvGraphicFramePr>
          <p:nvPr/>
        </p:nvGraphicFramePr>
        <p:xfrm>
          <a:off x="808038" y="1524000"/>
          <a:ext cx="7527925" cy="2287588"/>
        </p:xfrm>
        <a:graphic>
          <a:graphicData uri="http://schemas.openxmlformats.org/drawingml/2006/table">
            <a:tbl>
              <a:tblPr/>
              <a:tblGrid>
                <a:gridCol w="1403350"/>
                <a:gridCol w="854075"/>
                <a:gridCol w="3259138"/>
                <a:gridCol w="2011362"/>
              </a:tblGrid>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测试用例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ID</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条件</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预期结果</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TC</a:t>
                      </a:r>
                      <a:r>
                        <a:rPr kumimoji="0" lang="en-US" altLang="zh-CN" sz="18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x</a:t>
                      </a:r>
                      <a:endParaRPr kumimoji="0" lang="en-US" altLang="zh-CN" sz="18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步骤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：提款金额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&gt;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帐户余额</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在步骤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处重新加入基本流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TC</a:t>
                      </a:r>
                      <a:r>
                        <a:rPr kumimoji="0" lang="en-US" altLang="zh-CN" sz="18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y</a:t>
                      </a:r>
                      <a:endParaRPr kumimoji="0" lang="en-US" altLang="zh-CN" sz="18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步骤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：提款金额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&lt;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帐户余额</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不执行备选流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，执行基本流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TC</a:t>
                      </a:r>
                      <a:r>
                        <a:rPr kumimoji="0" lang="en-US" altLang="zh-CN" sz="18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z</a:t>
                      </a:r>
                      <a:endParaRPr kumimoji="0" lang="en-US" altLang="zh-CN" sz="18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步骤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：提款金额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帐户余额</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不执行备选流 </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，执行基本流</a:t>
                      </a: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3584" name="Rectangle 108"/>
          <p:cNvSpPr/>
          <p:nvPr/>
        </p:nvSpPr>
        <p:spPr>
          <a:xfrm>
            <a:off x="4479925" y="4251325"/>
            <a:ext cx="184150" cy="641350"/>
          </a:xfrm>
          <a:prstGeom prst="rect">
            <a:avLst/>
          </a:prstGeom>
          <a:noFill/>
          <a:ln w="9525">
            <a:noFill/>
          </a:ln>
        </p:spPr>
        <p:txBody>
          <a:bodyPr wrap="none" anchor="ctr" anchorCtr="0">
            <a:spAutoFit/>
          </a:bodyPr>
          <a:p>
            <a:pPr algn="ctr">
              <a:buClrTx/>
              <a:buFontTx/>
            </a:pPr>
            <a:endParaRPr lang="en-US" altLang="zh-CN" dirty="0">
              <a:latin typeface="Arial" panose="020B0604020202020204" pitchFamily="34" charset="0"/>
              <a:ea typeface="宋体" panose="02010600030101010101" pitchFamily="2" charset="-122"/>
            </a:endParaRPr>
          </a:p>
          <a:p>
            <a:pPr algn="ctr" eaLnBrk="0" hangingPunct="0">
              <a:buClrTx/>
              <a:buFontTx/>
            </a:pPr>
            <a:endParaRPr lang="en-US" altLang="zh-CN" dirty="0">
              <a:latin typeface="Arial" panose="020B0604020202020204" pitchFamily="34" charset="0"/>
              <a:ea typeface="宋体" panose="02010600030101010101" pitchFamily="2" charset="-122"/>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25602"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zh-CN" altLang="zh-CN" sz="2900" dirty="0"/>
              <a:t>Ⅰ</a:t>
            </a:r>
            <a:r>
              <a:rPr lang="zh-CN" altLang="en-US" sz="2900" dirty="0"/>
              <a:t>）</a:t>
            </a:r>
            <a:endParaRPr lang="zh-CN" altLang="en-US" sz="2900" dirty="0"/>
          </a:p>
        </p:txBody>
      </p:sp>
      <p:sp>
        <p:nvSpPr>
          <p:cNvPr id="25603" name="Rectangle 9"/>
          <p:cNvSpPr>
            <a:spLocks noGrp="1"/>
          </p:cNvSpPr>
          <p:nvPr>
            <p:ph type="body" sz="half" idx="1"/>
          </p:nvPr>
        </p:nvSpPr>
        <p:spPr>
          <a:xfrm>
            <a:off x="762000" y="1295400"/>
            <a:ext cx="7696200" cy="6858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en-US" altLang="zh-CN" sz="2700" dirty="0"/>
              <a:t>ATM</a:t>
            </a:r>
            <a:r>
              <a:rPr lang="zh-CN" altLang="en-US" sz="2700" dirty="0"/>
              <a:t>机</a:t>
            </a:r>
            <a:r>
              <a:rPr lang="en-US" altLang="zh-CN" sz="2700" dirty="0"/>
              <a:t>UseCase</a:t>
            </a:r>
            <a:r>
              <a:rPr lang="zh-CN" altLang="en-US" sz="2700" dirty="0"/>
              <a:t>图</a:t>
            </a:r>
            <a:endParaRPr lang="zh-CN" altLang="en-US" sz="2700" dirty="0"/>
          </a:p>
        </p:txBody>
      </p:sp>
      <p:pic>
        <p:nvPicPr>
          <p:cNvPr id="25604" name="Picture 8" descr="tstcs002"/>
          <p:cNvPicPr>
            <a:picLocks noChangeAspect="1"/>
          </p:cNvPicPr>
          <p:nvPr/>
        </p:nvPicPr>
        <p:blipFill>
          <a:blip r:embed="rId1"/>
          <a:stretch>
            <a:fillRect/>
          </a:stretch>
        </p:blipFill>
        <p:spPr>
          <a:xfrm>
            <a:off x="1371600" y="2133600"/>
            <a:ext cx="6477000" cy="4135438"/>
          </a:xfrm>
          <a:prstGeom prst="rect">
            <a:avLst/>
          </a:prstGeom>
          <a:noFill/>
          <a:ln w="9525">
            <a:noFill/>
          </a:ln>
        </p:spPr>
      </p:pic>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27650"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en-US" altLang="zh-CN" sz="2900" dirty="0"/>
              <a:t>Ⅱ</a:t>
            </a:r>
            <a:r>
              <a:rPr lang="zh-CN" altLang="en-US" sz="2900" dirty="0"/>
              <a:t>）</a:t>
            </a:r>
            <a:endParaRPr lang="zh-CN" altLang="en-US" sz="2900" dirty="0"/>
          </a:p>
        </p:txBody>
      </p:sp>
      <p:graphicFrame>
        <p:nvGraphicFramePr>
          <p:cNvPr id="414759" name="Group 39"/>
          <p:cNvGraphicFramePr>
            <a:graphicFrameLocks noGrp="1"/>
          </p:cNvGraphicFramePr>
          <p:nvPr>
            <p:ph idx="1"/>
          </p:nvPr>
        </p:nvGraphicFramePr>
        <p:xfrm>
          <a:off x="228600" y="1447800"/>
          <a:ext cx="8686800" cy="5211763"/>
        </p:xfrm>
        <a:graphic>
          <a:graphicData uri="http://schemas.openxmlformats.org/drawingml/2006/table">
            <a:tbl>
              <a:tblPr/>
              <a:tblGrid>
                <a:gridCol w="723900"/>
                <a:gridCol w="7962900"/>
              </a:tblGrid>
              <a:tr h="4602163">
                <a:tc>
                  <a:txBody>
                    <a:bodyPr/>
                    <a:lstStyle/>
                    <a:p>
                      <a:pPr marL="342900" marR="0" lvl="0" indent="-342900" algn="l" defTabSz="914400" rtl="0" eaLnBrk="1" fontAlgn="t" latinLnBrk="0" hangingPunct="1">
                        <a:lnSpc>
                          <a:spcPct val="100000"/>
                        </a:lnSpc>
                        <a:spcBef>
                          <a:spcPct val="0"/>
                        </a:spcBef>
                        <a:spcAft>
                          <a:spcPct val="0"/>
                        </a:spcAft>
                        <a:buClrTx/>
                        <a:buSzTx/>
                        <a:buFontTx/>
                        <a:buNone/>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本</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流</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本用例的开端是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处于准备就绪状态。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准备提款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客户将银行卡插入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机的读卡机。</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startAt="2"/>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验证银行卡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机从银行卡的磁条中读取帐户代码，并检查它是否属于可以接收的银行卡。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startAt="3"/>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要求客户输入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0" fontAlgn="t" latinLnBrk="0" hangingPunct="0">
                        <a:lnSpc>
                          <a:spcPct val="100000"/>
                        </a:lnSpc>
                        <a:spcBef>
                          <a:spcPct val="0"/>
                        </a:spcBef>
                        <a:spcAft>
                          <a:spcPct val="0"/>
                        </a:spcAft>
                        <a:buClrTx/>
                        <a:buSzTx/>
                        <a:buFontTx/>
                        <a:buAutoNum type="arabicPeriod" startAt="4"/>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验证帐户代码和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验证帐户代码和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以确定该帐户是否有效以及所输入的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对该帐户来说是否正确。对于此事件流，帐户是有效的而且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对此帐户来说正确无误。</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0" fontAlgn="t" latinLnBrk="0" hangingPunct="0">
                        <a:lnSpc>
                          <a:spcPct val="100000"/>
                        </a:lnSpc>
                        <a:spcBef>
                          <a:spcPct val="0"/>
                        </a:spcBef>
                        <a:spcAft>
                          <a:spcPct val="0"/>
                        </a:spcAft>
                        <a:buClrTx/>
                        <a:buSzTx/>
                        <a:buFontTx/>
                        <a:buAutoNum type="arabicPeriod" startAt="5"/>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选项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显示在本机上可用的各种选项。在此事件流中，银行客户通常选择“提款”。</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startAt="6"/>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输入金额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要从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中提取的金额。对于此事件流，客户需选择预设的金额（</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元、</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200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元、</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500</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元或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1000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元）。</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0" fontAlgn="t" latinLnBrk="0" hangingPunct="0">
                        <a:lnSpc>
                          <a:spcPct val="100000"/>
                        </a:lnSpc>
                        <a:spcBef>
                          <a:spcPct val="0"/>
                        </a:spcBef>
                        <a:spcAft>
                          <a:spcPct val="0"/>
                        </a:spcAft>
                        <a:buClrTx/>
                        <a:buSzTx/>
                        <a:buFontTx/>
                        <a:buAutoNum type="arabicPeriod" startAt="7"/>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授权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通过将卡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ID</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、金额以及帐户信息作为一笔交易发送给银行系统来启动验证过程。对于此事件流，银行系统处于联机状态，而且对授权请求给予答复，批准完成提款过程，并且据此更新帐户余额。</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startAt="8"/>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出钞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提供现金。</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startAt="9"/>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返回银行卡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银行卡被返还。</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AutoNum type="arabicPeriod" startAt="10"/>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收据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打印收据并提供给客户。</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还相应地更新内部记录。  </a:t>
                      </a: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0" fontAlgn="t" latinLnBrk="0" hangingPunct="0">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用例结束时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又回到准备就绪状态。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7" marB="4571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29698" name="Rectangle 43"/>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en-US" altLang="en-US" sz="2900" dirty="0"/>
              <a:t>Ⅲ</a:t>
            </a:r>
            <a:r>
              <a:rPr lang="zh-CN" altLang="en-US" sz="2900" dirty="0"/>
              <a:t>）</a:t>
            </a:r>
            <a:endParaRPr lang="zh-CN" altLang="en-US" sz="2900" dirty="0"/>
          </a:p>
        </p:txBody>
      </p:sp>
      <p:graphicFrame>
        <p:nvGraphicFramePr>
          <p:cNvPr id="417911" name="Group 119"/>
          <p:cNvGraphicFramePr>
            <a:graphicFrameLocks noGrp="1"/>
          </p:cNvGraphicFramePr>
          <p:nvPr>
            <p:ph idx="1"/>
          </p:nvPr>
        </p:nvGraphicFramePr>
        <p:xfrm>
          <a:off x="228600" y="1219200"/>
          <a:ext cx="8686800" cy="4822825"/>
        </p:xfrm>
        <a:graphic>
          <a:graphicData uri="http://schemas.openxmlformats.org/drawingml/2006/table">
            <a:tbl>
              <a:tblPr/>
              <a:tblGrid>
                <a:gridCol w="1820545"/>
                <a:gridCol w="6866255"/>
              </a:tblGrid>
              <a:tr h="600075">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银行卡无效</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验证银行卡，如果卡是无效的，则卡被退回，同时会通知相关消息。</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372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内没有现金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tabLst>
                          <a:tab pos="0" algn="l"/>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选项，如果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内没有现金，则“提款”选项将无法使用。</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372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内现金不足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3020" marR="0" lvl="0" indent="-3302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输入金额，如果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机内金额少于请求提取的金额，则将显示一则适当的消息，并且在步骤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输入金额处重新加入基本流。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5890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有误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验证帐户和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，客户有三次机会输入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如果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输入有误，</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将显示适当的消息；如果还存在输入机会，则此</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事件流在步骤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3 -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处重新加入基本流。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如果最后一次尝试输入的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码仍然错误，则该卡将被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机保留，同</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时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返回到准备就绪状态，本用例终止。</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3440">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帐户不存在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中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验证帐户和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，如果银行系统返回的代码表明找不</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到该帐户或禁止从该帐户中提款，则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显示适当的消息并且在步骤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返回银行卡处重新加入基本流。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2805">
                <a:tc>
                  <a:txBody>
                    <a:body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帐面金额不足</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7 -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授权中，银行系统返回代码表明帐户余额少于在基本流步骤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输入金额内输入的金额，则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显示适当的消息并且在步骤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输入金额处重新加入基本流。</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31746" name="Rectangle 4"/>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en-US" altLang="en-US" sz="2900" dirty="0"/>
              <a:t>Ⅳ</a:t>
            </a:r>
            <a:r>
              <a:rPr lang="zh-CN" altLang="en-US" sz="2900" dirty="0"/>
              <a:t>）</a:t>
            </a:r>
            <a:endParaRPr lang="zh-CN" altLang="en-US" sz="2900" dirty="0"/>
          </a:p>
        </p:txBody>
      </p:sp>
      <p:sp>
        <p:nvSpPr>
          <p:cNvPr id="31747" name="Rectangle 5"/>
          <p:cNvSpPr>
            <a:spLocks noGrp="1"/>
          </p:cNvSpPr>
          <p:nvPr>
            <p:ph type="body" sz="half" idx="1"/>
          </p:nvPr>
        </p:nvSpPr>
        <p:spPr>
          <a:xfrm>
            <a:off x="762000" y="1295400"/>
            <a:ext cx="7696200" cy="6096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zh-CN" altLang="en-US" sz="2700" dirty="0"/>
              <a:t>从用例生成的场景</a:t>
            </a:r>
            <a:endParaRPr lang="zh-CN" altLang="en-US" sz="2700" dirty="0"/>
          </a:p>
        </p:txBody>
      </p:sp>
      <p:sp>
        <p:nvSpPr>
          <p:cNvPr id="31748" name="Rectangle 7"/>
          <p:cNvSpPr/>
          <p:nvPr/>
        </p:nvSpPr>
        <p:spPr>
          <a:xfrm>
            <a:off x="0" y="114300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22055" name="Group 167"/>
          <p:cNvGraphicFramePr>
            <a:graphicFrameLocks noGrp="1"/>
          </p:cNvGraphicFramePr>
          <p:nvPr/>
        </p:nvGraphicFramePr>
        <p:xfrm>
          <a:off x="533400" y="1963738"/>
          <a:ext cx="8043863" cy="4054475"/>
        </p:xfrm>
        <a:graphic>
          <a:graphicData uri="http://schemas.openxmlformats.org/drawingml/2006/table">
            <a:tbl>
              <a:tblPr/>
              <a:tblGrid>
                <a:gridCol w="3429000"/>
                <a:gridCol w="2438400"/>
                <a:gridCol w="2176463"/>
              </a:tblGrid>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成功的提款</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内没有现金</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ATM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内现金不足</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有误（还有输入机会）</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PIN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有误（不再有输入机会）</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帐户不存在</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帐户类型有误</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7921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 </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帐户余额不足 </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基本流</a:t>
                      </a: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备选流 </a:t>
                      </a: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33794"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en-US" altLang="en-US" sz="2900" dirty="0"/>
              <a:t>Ⅴ</a:t>
            </a:r>
            <a:r>
              <a:rPr lang="zh-CN" altLang="en-US" sz="2900" dirty="0"/>
              <a:t>）</a:t>
            </a:r>
            <a:endParaRPr lang="zh-CN" altLang="en-US" sz="2900" dirty="0"/>
          </a:p>
        </p:txBody>
      </p:sp>
      <p:sp>
        <p:nvSpPr>
          <p:cNvPr id="33795" name="Rectangle 82"/>
          <p:cNvSpPr>
            <a:spLocks noGrp="1"/>
          </p:cNvSpPr>
          <p:nvPr>
            <p:ph type="body" sz="half" idx="1"/>
          </p:nvPr>
        </p:nvSpPr>
        <p:spPr>
          <a:xfrm>
            <a:off x="762000" y="1295400"/>
            <a:ext cx="7696200" cy="6096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zh-CN" altLang="en-US" sz="2700" dirty="0"/>
              <a:t>构造测试用例矩阵</a:t>
            </a:r>
            <a:endParaRPr lang="zh-CN" altLang="en-US" sz="2700" dirty="0"/>
          </a:p>
        </p:txBody>
      </p:sp>
      <p:graphicFrame>
        <p:nvGraphicFramePr>
          <p:cNvPr id="428131" name="Group 99"/>
          <p:cNvGraphicFramePr>
            <a:graphicFrameLocks noGrp="1"/>
          </p:cNvGraphicFramePr>
          <p:nvPr>
            <p:ph sz="half" idx="1"/>
          </p:nvPr>
        </p:nvGraphicFramePr>
        <p:xfrm>
          <a:off x="381000" y="2392363"/>
          <a:ext cx="8382000" cy="3413125"/>
        </p:xfrm>
        <a:graphic>
          <a:graphicData uri="http://schemas.openxmlformats.org/drawingml/2006/table">
            <a:tbl>
              <a:tblPr/>
              <a:tblGrid>
                <a:gridCol w="990600"/>
                <a:gridCol w="1981200"/>
                <a:gridCol w="685800"/>
                <a:gridCol w="685800"/>
                <a:gridCol w="685800"/>
                <a:gridCol w="685800"/>
                <a:gridCol w="838200"/>
                <a:gridCol w="1828800"/>
              </a:tblGrid>
              <a:tr h="381000">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测试用例</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ID </a:t>
                      </a: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号</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a:t>
                      </a: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条件</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 </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帐号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金额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帐面金额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内的金额 </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预期结果</a:t>
                      </a:r>
                      <a:endParaRPr kumimoji="0" lang="zh-CN" altLang="en-US"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19367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CW1.</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1 -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成功的提款</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成功的提款。</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CW2.</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2 - ATM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内没有现金</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提款选项不可用，用例结束</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27146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CW3.</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3 - ATM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内现金不足</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警告消息，返回基本流步骤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6 -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输入金额</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9725">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CW4.</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 PIN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有误（还有不止一次输入机会）</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  </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t"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n/a</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警告消息，返回基本流步骤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38138">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CW5.</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4 - PIN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有误（还有一次输入机会）</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  </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t"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n/a</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警告消息，返回基本流步骤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，输入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PIN</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404813">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CW6.</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场景 </a:t>
                      </a: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5 - PIN </a:t>
                      </a: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有误（不再有输入机会）</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  </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t"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n/a</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t"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警告消息，卡予保留，用例结束</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35842"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从用例中生成测试用例（</a:t>
            </a:r>
            <a:r>
              <a:rPr lang="en-US" altLang="en-US" sz="2900" dirty="0"/>
              <a:t>Ⅵ</a:t>
            </a:r>
            <a:r>
              <a:rPr lang="zh-CN" altLang="en-US" sz="2900" dirty="0"/>
              <a:t>）</a:t>
            </a:r>
            <a:endParaRPr lang="zh-CN" altLang="en-US" sz="2900" dirty="0"/>
          </a:p>
        </p:txBody>
      </p:sp>
      <p:sp>
        <p:nvSpPr>
          <p:cNvPr id="35843" name="Rectangle 3"/>
          <p:cNvSpPr>
            <a:spLocks noGrp="1"/>
          </p:cNvSpPr>
          <p:nvPr>
            <p:ph idx="1"/>
          </p:nvPr>
        </p:nvSpPr>
        <p:spPr>
          <a:xfrm>
            <a:off x="457200" y="1219200"/>
            <a:ext cx="4827905" cy="4648200"/>
          </a:xfrm>
          <a:ln/>
        </p:spPr>
        <p:txBody>
          <a:bodyPr vert="horz" wrap="square" lIns="91440" tIns="45720" rIns="91440" bIns="45720" anchor="t" anchorCtr="0"/>
          <a:p>
            <a:pPr eaLnBrk="1" hangingPunct="1">
              <a:lnSpc>
                <a:spcPct val="125000"/>
              </a:lnSpc>
              <a:spcBef>
                <a:spcPts val="1000"/>
              </a:spcBef>
              <a:spcAft>
                <a:spcPts val="0"/>
              </a:spcAft>
            </a:pPr>
            <a:r>
              <a:rPr lang="zh-CN" altLang="en-US" sz="2000" dirty="0"/>
              <a:t>测试用例覆盖</a:t>
            </a:r>
            <a:endParaRPr lang="zh-CN" altLang="en-US" sz="2000" dirty="0"/>
          </a:p>
          <a:p>
            <a:pPr lvl="1" eaLnBrk="1" hangingPunct="1">
              <a:lnSpc>
                <a:spcPct val="125000"/>
              </a:lnSpc>
              <a:spcBef>
                <a:spcPts val="1000"/>
              </a:spcBef>
              <a:spcAft>
                <a:spcPts val="0"/>
              </a:spcAft>
            </a:pPr>
            <a:r>
              <a:rPr lang="zh-CN" altLang="en-US" sz="1800" dirty="0"/>
              <a:t>基本流</a:t>
            </a:r>
            <a:endParaRPr lang="zh-CN" altLang="en-US" sz="1800" dirty="0"/>
          </a:p>
          <a:p>
            <a:pPr lvl="2" eaLnBrk="1" hangingPunct="1">
              <a:lnSpc>
                <a:spcPct val="125000"/>
              </a:lnSpc>
              <a:spcBef>
                <a:spcPts val="1000"/>
              </a:spcBef>
              <a:spcAft>
                <a:spcPts val="0"/>
              </a:spcAft>
            </a:pPr>
            <a:r>
              <a:rPr lang="en-US" altLang="zh-CN" sz="1800" dirty="0"/>
              <a:t>CW1</a:t>
            </a:r>
            <a:r>
              <a:rPr lang="zh-CN" altLang="en-US" sz="1800" dirty="0"/>
              <a:t>是正面测试用例</a:t>
            </a:r>
            <a:endParaRPr lang="zh-CN" altLang="en-US" sz="1800" dirty="0"/>
          </a:p>
          <a:p>
            <a:pPr lvl="2" eaLnBrk="1" hangingPunct="1">
              <a:lnSpc>
                <a:spcPct val="125000"/>
              </a:lnSpc>
              <a:spcBef>
                <a:spcPts val="1000"/>
              </a:spcBef>
              <a:spcAft>
                <a:spcPts val="0"/>
              </a:spcAft>
            </a:pPr>
            <a:r>
              <a:rPr lang="en-US" altLang="zh-CN" sz="1800" dirty="0"/>
              <a:t>CW2~CW6</a:t>
            </a:r>
            <a:r>
              <a:rPr lang="zh-CN" altLang="en-US" sz="1800" dirty="0"/>
              <a:t>是负面测试用例</a:t>
            </a:r>
            <a:endParaRPr lang="zh-CN" altLang="en-US" sz="1800" dirty="0"/>
          </a:p>
          <a:p>
            <a:pPr lvl="1" eaLnBrk="1" hangingPunct="1">
              <a:lnSpc>
                <a:spcPct val="125000"/>
              </a:lnSpc>
              <a:spcBef>
                <a:spcPts val="1000"/>
              </a:spcBef>
              <a:spcAft>
                <a:spcPts val="0"/>
              </a:spcAft>
            </a:pPr>
            <a:r>
              <a:rPr lang="zh-CN" altLang="en-US" sz="1800" dirty="0"/>
              <a:t>备选流（</a:t>
            </a:r>
            <a:r>
              <a:rPr lang="en-US" altLang="zh-CN" sz="1800" dirty="0"/>
              <a:t>CW2~CW6</a:t>
            </a:r>
            <a:r>
              <a:rPr lang="zh-CN" altLang="en-US" sz="1800" dirty="0"/>
              <a:t>）</a:t>
            </a:r>
            <a:endParaRPr lang="zh-CN" altLang="en-US" sz="1800" dirty="0"/>
          </a:p>
          <a:p>
            <a:pPr lvl="2" eaLnBrk="1" hangingPunct="1">
              <a:lnSpc>
                <a:spcPct val="125000"/>
              </a:lnSpc>
              <a:spcBef>
                <a:spcPts val="1000"/>
              </a:spcBef>
              <a:spcAft>
                <a:spcPts val="0"/>
              </a:spcAft>
            </a:pPr>
            <a:r>
              <a:rPr lang="en-US" altLang="zh-CN" sz="1800" dirty="0"/>
              <a:t>CW2~CW6</a:t>
            </a:r>
            <a:r>
              <a:rPr lang="zh-CN" altLang="en-US" sz="1800" dirty="0"/>
              <a:t>是正面测试用例</a:t>
            </a:r>
            <a:endParaRPr lang="zh-CN" altLang="en-US" sz="1800" dirty="0"/>
          </a:p>
          <a:p>
            <a:pPr lvl="2" eaLnBrk="1" hangingPunct="1">
              <a:lnSpc>
                <a:spcPct val="125000"/>
              </a:lnSpc>
              <a:spcBef>
                <a:spcPts val="1000"/>
              </a:spcBef>
              <a:spcAft>
                <a:spcPts val="0"/>
              </a:spcAft>
            </a:pPr>
            <a:r>
              <a:rPr lang="en-US" altLang="zh-CN" sz="1800" dirty="0"/>
              <a:t>CW1</a:t>
            </a:r>
            <a:r>
              <a:rPr lang="zh-CN" altLang="en-US" sz="1800" dirty="0"/>
              <a:t>是负面测试用例</a:t>
            </a:r>
            <a:endParaRPr lang="zh-CN" altLang="en-US" sz="1800" dirty="0"/>
          </a:p>
          <a:p>
            <a:pPr eaLnBrk="1" hangingPunct="1">
              <a:lnSpc>
                <a:spcPct val="125000"/>
              </a:lnSpc>
              <a:spcBef>
                <a:spcPts val="1000"/>
              </a:spcBef>
              <a:spcAft>
                <a:spcPts val="0"/>
              </a:spcAft>
            </a:pPr>
            <a:r>
              <a:rPr lang="zh-CN" altLang="en-US" sz="2000" dirty="0"/>
              <a:t>每个场景只有正面和负面测试用例不充分</a:t>
            </a:r>
            <a:endParaRPr lang="zh-CN" altLang="en-US" sz="2000" dirty="0"/>
          </a:p>
          <a:p>
            <a:pPr lvl="1" eaLnBrk="1" hangingPunct="1">
              <a:lnSpc>
                <a:spcPct val="125000"/>
              </a:lnSpc>
              <a:spcBef>
                <a:spcPts val="1000"/>
              </a:spcBef>
              <a:spcAft>
                <a:spcPts val="0"/>
              </a:spcAft>
            </a:pPr>
            <a:r>
              <a:rPr lang="zh-CN" altLang="en-US" sz="1800" dirty="0"/>
              <a:t>场景</a:t>
            </a:r>
            <a:r>
              <a:rPr lang="en-US" altLang="zh-CN" sz="1800" dirty="0"/>
              <a:t>4</a:t>
            </a:r>
            <a:r>
              <a:rPr lang="zh-CN" altLang="en-US" sz="1800" dirty="0"/>
              <a:t>至少需要</a:t>
            </a:r>
            <a:r>
              <a:rPr lang="en-US" altLang="zh-CN" sz="1800" dirty="0"/>
              <a:t>2</a:t>
            </a:r>
            <a:r>
              <a:rPr lang="zh-CN" altLang="en-US" sz="1800" dirty="0"/>
              <a:t>个正面测试用例</a:t>
            </a:r>
            <a:endParaRPr lang="zh-CN" altLang="en-US" sz="1800" dirty="0"/>
          </a:p>
          <a:p>
            <a:pPr eaLnBrk="1" hangingPunct="1">
              <a:lnSpc>
                <a:spcPct val="125000"/>
              </a:lnSpc>
              <a:spcBef>
                <a:spcPts val="1000"/>
              </a:spcBef>
              <a:spcAft>
                <a:spcPts val="0"/>
              </a:spcAft>
            </a:pPr>
            <a:endParaRPr lang="en-US" altLang="zh-CN" sz="1800" dirty="0"/>
          </a:p>
        </p:txBody>
      </p:sp>
      <p:sp>
        <p:nvSpPr>
          <p:cNvPr id="2" name="Rectangle 3"/>
          <p:cNvSpPr>
            <a:spLocks noGrp="1"/>
          </p:cNvSpPr>
          <p:nvPr/>
        </p:nvSpPr>
        <p:spPr>
          <a:xfrm>
            <a:off x="4918710" y="1219835"/>
            <a:ext cx="3486150" cy="4648200"/>
          </a:xfrm>
          <a:prstGeom prst="rect">
            <a:avLst/>
          </a:prstGeom>
          <a:noFill/>
          <a:ln w="9525">
            <a:noFill/>
          </a:ln>
        </p:spPr>
        <p:txBody>
          <a:bodyPr vert="horz" wrap="square" lIns="91440" tIns="45720" rIns="91440" bIns="45720" anchor="t" anchorCtr="0"/>
          <a:lstStyle>
            <a:lvl1pPr marL="342900" indent="-342900" algn="l" rtl="0" eaLnBrk="0" fontAlgn="base" hangingPunct="0">
              <a:lnSpc>
                <a:spcPct val="125000"/>
              </a:lnSpc>
              <a:spcBef>
                <a:spcPct val="200000"/>
              </a:spcBef>
              <a:spcAft>
                <a:spcPct val="100000"/>
              </a:spcAft>
              <a:buClr>
                <a:schemeClr val="bg2"/>
              </a:buClr>
              <a:buSzPct val="70000"/>
              <a:buFont typeface="Wingdings" panose="05000000000000000000" pitchFamily="2" charset="2"/>
              <a:buChar char="l"/>
              <a:defRPr sz="3100" b="1">
                <a:solidFill>
                  <a:schemeClr val="tx1"/>
                </a:solidFill>
                <a:latin typeface="+mn-lt"/>
                <a:ea typeface="+mn-ea"/>
                <a:cs typeface="+mn-cs"/>
              </a:defRPr>
            </a:lvl1pPr>
            <a:lvl2pPr marL="742950" indent="-285750" algn="l" rtl="0" eaLnBrk="0" fontAlgn="base" hangingPunct="0">
              <a:lnSpc>
                <a:spcPct val="125000"/>
              </a:lnSpc>
              <a:spcBef>
                <a:spcPct val="200000"/>
              </a:spcBef>
              <a:spcAft>
                <a:spcPct val="100000"/>
              </a:spcAft>
              <a:buClr>
                <a:schemeClr val="tx1"/>
              </a:buClr>
              <a:buSzPct val="70000"/>
              <a:buFont typeface="Wingdings" panose="05000000000000000000" pitchFamily="2" charset="2"/>
              <a:buChar char="Ø"/>
              <a:defRPr sz="2600" b="1">
                <a:solidFill>
                  <a:schemeClr val="tx1"/>
                </a:solidFill>
                <a:latin typeface="+mn-lt"/>
                <a:ea typeface="+mn-ea"/>
              </a:defRPr>
            </a:lvl2pPr>
            <a:lvl3pPr marL="1143000" indent="-228600" algn="l" rtl="0" eaLnBrk="0" fontAlgn="base" hangingPunct="0">
              <a:lnSpc>
                <a:spcPct val="125000"/>
              </a:lnSpc>
              <a:spcBef>
                <a:spcPct val="200000"/>
              </a:spcBef>
              <a:spcAft>
                <a:spcPct val="100000"/>
              </a:spcAft>
              <a:buClr>
                <a:schemeClr val="tx1"/>
              </a:buClr>
              <a:buSzPct val="150000"/>
              <a:buChar char="•"/>
              <a:defRPr sz="2200" b="1">
                <a:solidFill>
                  <a:schemeClr val="tx1"/>
                </a:solidFill>
                <a:latin typeface="+mn-lt"/>
                <a:ea typeface="+mn-ea"/>
              </a:defRPr>
            </a:lvl3pPr>
            <a:lvl4pPr marL="1600200" indent="-228600" algn="l" rtl="0" eaLnBrk="0" fontAlgn="base" hangingPunct="0">
              <a:lnSpc>
                <a:spcPct val="125000"/>
              </a:lnSpc>
              <a:spcBef>
                <a:spcPct val="200000"/>
              </a:spcBef>
              <a:spcAft>
                <a:spcPct val="100000"/>
              </a:spcAft>
              <a:buClr>
                <a:schemeClr val="tx2"/>
              </a:buClr>
              <a:buSzPct val="150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b="1">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b="1">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b="1">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b="1">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b="1">
                <a:solidFill>
                  <a:schemeClr val="tx1"/>
                </a:solidFill>
                <a:latin typeface="+mn-lt"/>
                <a:ea typeface="+mn-ea"/>
              </a:defRPr>
            </a:lvl9pPr>
          </a:lstStyle>
          <a:p>
            <a:pPr eaLnBrk="1" hangingPunct="1">
              <a:lnSpc>
                <a:spcPct val="125000"/>
              </a:lnSpc>
              <a:spcBef>
                <a:spcPts val="1000"/>
              </a:spcBef>
              <a:spcAft>
                <a:spcPts val="0"/>
              </a:spcAft>
            </a:pPr>
            <a:r>
              <a:rPr lang="zh-CN" altLang="en-US" sz="2000" dirty="0"/>
              <a:t>从输入数据（</a:t>
            </a:r>
            <a:r>
              <a:rPr lang="en-US" altLang="zh-CN" sz="2000" dirty="0"/>
              <a:t>V</a:t>
            </a:r>
            <a:r>
              <a:rPr lang="zh-CN" altLang="en-US" sz="2000" dirty="0"/>
              <a:t>、</a:t>
            </a:r>
            <a:r>
              <a:rPr lang="en-US" altLang="zh-CN" sz="2000" dirty="0"/>
              <a:t>I</a:t>
            </a:r>
            <a:r>
              <a:rPr lang="zh-CN" altLang="en-US" sz="2000" dirty="0"/>
              <a:t>）确定测试用例是否充分</a:t>
            </a:r>
            <a:endParaRPr lang="zh-CN" altLang="en-US" sz="2000" dirty="0"/>
          </a:p>
          <a:p>
            <a:pPr lvl="1" eaLnBrk="1" hangingPunct="1">
              <a:lnSpc>
                <a:spcPct val="125000"/>
              </a:lnSpc>
              <a:spcBef>
                <a:spcPts val="1000"/>
              </a:spcBef>
              <a:spcAft>
                <a:spcPts val="0"/>
              </a:spcAft>
            </a:pPr>
            <a:r>
              <a:rPr lang="zh-CN" altLang="en-US" sz="1800" dirty="0"/>
              <a:t>帐号</a:t>
            </a:r>
            <a:r>
              <a:rPr lang="en-US" altLang="zh-CN" sz="1800" dirty="0"/>
              <a:t>—〉</a:t>
            </a:r>
            <a:r>
              <a:rPr lang="zh-CN" altLang="en-US" sz="1800" dirty="0"/>
              <a:t>场景</a:t>
            </a:r>
            <a:r>
              <a:rPr lang="en-US" altLang="zh-CN" sz="1800" dirty="0"/>
              <a:t>6</a:t>
            </a:r>
            <a:endParaRPr lang="en-US" altLang="zh-CN" sz="1800" dirty="0"/>
          </a:p>
          <a:p>
            <a:pPr lvl="1" eaLnBrk="1" hangingPunct="1">
              <a:lnSpc>
                <a:spcPct val="125000"/>
              </a:lnSpc>
              <a:spcBef>
                <a:spcPts val="1000"/>
              </a:spcBef>
              <a:spcAft>
                <a:spcPts val="0"/>
              </a:spcAft>
            </a:pPr>
            <a:r>
              <a:rPr lang="zh-CN" altLang="en-US" sz="1800" dirty="0"/>
              <a:t>帐面金额</a:t>
            </a:r>
            <a:r>
              <a:rPr lang="en-US" altLang="zh-CN" sz="1800" dirty="0"/>
              <a:t>—〉</a:t>
            </a:r>
            <a:r>
              <a:rPr lang="zh-CN" altLang="en-US" sz="1800" dirty="0"/>
              <a:t>场景</a:t>
            </a:r>
            <a:r>
              <a:rPr lang="en-US" altLang="zh-CN" sz="1800" dirty="0"/>
              <a:t>7</a:t>
            </a:r>
            <a:endParaRPr lang="en-US" altLang="zh-CN" sz="1800" dirty="0"/>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37890"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为性能测试生成测试用例 （</a:t>
            </a:r>
            <a:r>
              <a:rPr lang="en-US" altLang="zh-CN" sz="2900" dirty="0"/>
              <a:t>Ⅰ</a:t>
            </a:r>
            <a:r>
              <a:rPr lang="zh-CN" altLang="en-US" sz="2900" dirty="0"/>
              <a:t>）</a:t>
            </a:r>
            <a:endParaRPr lang="zh-CN" altLang="en-US" sz="2900" dirty="0"/>
          </a:p>
        </p:txBody>
      </p:sp>
      <p:sp>
        <p:nvSpPr>
          <p:cNvPr id="37891" name="Rectangle 3"/>
          <p:cNvSpPr>
            <a:spLocks noGrp="1"/>
          </p:cNvSpPr>
          <p:nvPr>
            <p:ph idx="1"/>
          </p:nvPr>
        </p:nvSpPr>
        <p:spPr>
          <a:xfrm>
            <a:off x="762000" y="1214438"/>
            <a:ext cx="7696200" cy="5029200"/>
          </a:xfrm>
          <a:ln/>
        </p:spPr>
        <p:txBody>
          <a:bodyPr vert="horz" wrap="square" lIns="91440" tIns="45720" rIns="91440" bIns="45720" anchor="t" anchorCtr="0"/>
          <a:p>
            <a:pPr algn="just" eaLnBrk="1" hangingPunct="1">
              <a:lnSpc>
                <a:spcPct val="125000"/>
              </a:lnSpc>
              <a:spcBef>
                <a:spcPts val="0"/>
              </a:spcBef>
              <a:spcAft>
                <a:spcPts val="0"/>
              </a:spcAft>
            </a:pPr>
            <a:r>
              <a:rPr lang="zh-CN" altLang="en-US" sz="1800" dirty="0"/>
              <a:t>指南</a:t>
            </a:r>
            <a:endParaRPr lang="zh-CN" altLang="en-US" sz="1800" dirty="0"/>
          </a:p>
          <a:p>
            <a:pPr lvl="1" algn="just" eaLnBrk="1" hangingPunct="1">
              <a:lnSpc>
                <a:spcPct val="125000"/>
              </a:lnSpc>
              <a:spcBef>
                <a:spcPts val="0"/>
              </a:spcBef>
              <a:spcAft>
                <a:spcPts val="0"/>
              </a:spcAft>
            </a:pPr>
            <a:r>
              <a:rPr lang="zh-CN" altLang="en-US" sz="1600" dirty="0"/>
              <a:t>对于补充规约内阐明性能标准的各条说明都应确保至少要确定一个测试用例。性能标准通常表示为时间</a:t>
            </a:r>
            <a:r>
              <a:rPr lang="en-US" altLang="zh-CN" sz="1600" dirty="0"/>
              <a:t>/</a:t>
            </a:r>
            <a:r>
              <a:rPr lang="zh-CN" altLang="en-US" sz="1600" dirty="0"/>
              <a:t>事务、事务量</a:t>
            </a:r>
            <a:r>
              <a:rPr lang="en-US" altLang="zh-CN" sz="1600" dirty="0"/>
              <a:t>/</a:t>
            </a:r>
            <a:r>
              <a:rPr lang="zh-CN" altLang="en-US" sz="1600" dirty="0"/>
              <a:t>用户或百分数的形式。 </a:t>
            </a:r>
            <a:endParaRPr lang="zh-CN" altLang="en-US" sz="1600" dirty="0"/>
          </a:p>
          <a:p>
            <a:pPr lvl="1" algn="just" eaLnBrk="1" hangingPunct="1">
              <a:lnSpc>
                <a:spcPct val="125000"/>
              </a:lnSpc>
              <a:spcBef>
                <a:spcPts val="0"/>
              </a:spcBef>
              <a:spcAft>
                <a:spcPts val="0"/>
              </a:spcAft>
            </a:pPr>
            <a:r>
              <a:rPr lang="zh-CN" altLang="en-US" sz="1600" dirty="0"/>
              <a:t>对每个关键用例，都应确保至少要确定一个测试用例。关键用例是在上述说明中和</a:t>
            </a:r>
            <a:r>
              <a:rPr lang="en-US" altLang="zh-CN" sz="1600" dirty="0"/>
              <a:t>/</a:t>
            </a:r>
            <a:r>
              <a:rPr lang="zh-CN" altLang="en-US" sz="1600" dirty="0"/>
              <a:t>或在工作量分析文档中确定的、必须采用性能评测方法来评估的用例。 </a:t>
            </a:r>
            <a:endParaRPr lang="zh-CN" altLang="en-US" sz="1600" dirty="0"/>
          </a:p>
          <a:p>
            <a:pPr eaLnBrk="1" hangingPunct="1">
              <a:lnSpc>
                <a:spcPct val="125000"/>
              </a:lnSpc>
              <a:spcBef>
                <a:spcPts val="0"/>
              </a:spcBef>
              <a:spcAft>
                <a:spcPts val="0"/>
              </a:spcAft>
            </a:pPr>
            <a:r>
              <a:rPr lang="zh-CN" altLang="en-US" sz="1800" dirty="0"/>
              <a:t>测试用例类型</a:t>
            </a:r>
            <a:endParaRPr lang="zh-CN" altLang="en-US" sz="1800" dirty="0"/>
          </a:p>
          <a:p>
            <a:pPr lvl="1" eaLnBrk="1" hangingPunct="1">
              <a:lnSpc>
                <a:spcPct val="125000"/>
              </a:lnSpc>
              <a:spcBef>
                <a:spcPts val="0"/>
              </a:spcBef>
              <a:spcAft>
                <a:spcPts val="0"/>
              </a:spcAft>
            </a:pPr>
            <a:r>
              <a:rPr lang="zh-CN" altLang="en-US" sz="1600" dirty="0"/>
              <a:t>每个用例或需求存在多个测试用例</a:t>
            </a:r>
            <a:endParaRPr lang="zh-CN" altLang="en-US" sz="1600" dirty="0"/>
          </a:p>
          <a:p>
            <a:pPr lvl="2" eaLnBrk="1" hangingPunct="1">
              <a:lnSpc>
                <a:spcPct val="125000"/>
              </a:lnSpc>
              <a:spcBef>
                <a:spcPts val="0"/>
              </a:spcBef>
              <a:spcAft>
                <a:spcPts val="0"/>
              </a:spcAft>
            </a:pPr>
            <a:r>
              <a:rPr lang="zh-CN" altLang="en-US" sz="1400" dirty="0"/>
              <a:t>低于性能阈值的测试用例</a:t>
            </a:r>
            <a:endParaRPr lang="zh-CN" altLang="en-US" sz="1400" dirty="0"/>
          </a:p>
          <a:p>
            <a:pPr lvl="2" eaLnBrk="1" hangingPunct="1">
              <a:lnSpc>
                <a:spcPct val="125000"/>
              </a:lnSpc>
              <a:spcBef>
                <a:spcPts val="0"/>
              </a:spcBef>
              <a:spcAft>
                <a:spcPts val="0"/>
              </a:spcAft>
            </a:pPr>
            <a:r>
              <a:rPr lang="zh-CN" altLang="en-US" sz="1400" dirty="0"/>
              <a:t>处于性能阈值上的测试用例</a:t>
            </a:r>
            <a:endParaRPr lang="zh-CN" altLang="en-US" sz="1400" dirty="0"/>
          </a:p>
          <a:p>
            <a:pPr lvl="2" eaLnBrk="1" hangingPunct="1">
              <a:lnSpc>
                <a:spcPct val="125000"/>
              </a:lnSpc>
              <a:spcBef>
                <a:spcPts val="0"/>
              </a:spcBef>
              <a:spcAft>
                <a:spcPts val="0"/>
              </a:spcAft>
            </a:pPr>
            <a:r>
              <a:rPr lang="zh-CN" altLang="en-US" sz="1400" dirty="0"/>
              <a:t>高于性能阈值的测试用例</a:t>
            </a:r>
            <a:endParaRPr lang="zh-CN" altLang="en-US" sz="1400" dirty="0"/>
          </a:p>
          <a:p>
            <a:pPr eaLnBrk="1" hangingPunct="1">
              <a:lnSpc>
                <a:spcPct val="125000"/>
              </a:lnSpc>
              <a:spcBef>
                <a:spcPts val="0"/>
              </a:spcBef>
              <a:spcAft>
                <a:spcPts val="0"/>
              </a:spcAft>
            </a:pPr>
            <a:r>
              <a:rPr lang="zh-CN" altLang="en-US" sz="1800" dirty="0"/>
              <a:t>影响因子</a:t>
            </a:r>
            <a:endParaRPr lang="zh-CN" altLang="en-US" sz="1800" dirty="0"/>
          </a:p>
          <a:p>
            <a:pPr lvl="1" eaLnBrk="1" hangingPunct="1">
              <a:lnSpc>
                <a:spcPct val="125000"/>
              </a:lnSpc>
              <a:spcBef>
                <a:spcPts val="0"/>
              </a:spcBef>
              <a:spcAft>
                <a:spcPts val="0"/>
              </a:spcAft>
            </a:pPr>
            <a:r>
              <a:rPr lang="zh-CN" altLang="en-US" sz="1600" dirty="0"/>
              <a:t>数据库的大小 </a:t>
            </a:r>
            <a:r>
              <a:rPr lang="en-US" altLang="zh-CN" sz="1600" dirty="0"/>
              <a:t>- </a:t>
            </a:r>
            <a:r>
              <a:rPr lang="zh-CN" altLang="en-US" sz="1600" dirty="0"/>
              <a:t>存在多少个记录？ </a:t>
            </a:r>
            <a:endParaRPr lang="zh-CN" altLang="en-US" sz="1600" dirty="0"/>
          </a:p>
          <a:p>
            <a:pPr lvl="1" eaLnBrk="1" hangingPunct="1">
              <a:lnSpc>
                <a:spcPct val="125000"/>
              </a:lnSpc>
              <a:spcBef>
                <a:spcPts val="0"/>
              </a:spcBef>
              <a:spcAft>
                <a:spcPts val="0"/>
              </a:spcAft>
            </a:pPr>
            <a:r>
              <a:rPr lang="zh-CN" altLang="en-US" sz="1600" dirty="0"/>
              <a:t>工作量 </a:t>
            </a:r>
            <a:r>
              <a:rPr lang="en-US" altLang="zh-CN" sz="1600" dirty="0"/>
              <a:t>- </a:t>
            </a:r>
            <a:r>
              <a:rPr lang="zh-CN" altLang="en-US" sz="1600" dirty="0"/>
              <a:t>同时执行操作的最终用户的数量和类型，以及要同时执行的事务的数量和类型 </a:t>
            </a:r>
            <a:endParaRPr lang="zh-CN" altLang="en-US" sz="1600" dirty="0"/>
          </a:p>
          <a:p>
            <a:pPr lvl="1" eaLnBrk="1" hangingPunct="1">
              <a:lnSpc>
                <a:spcPct val="125000"/>
              </a:lnSpc>
              <a:spcBef>
                <a:spcPts val="0"/>
              </a:spcBef>
              <a:spcAft>
                <a:spcPts val="0"/>
              </a:spcAft>
            </a:pPr>
            <a:r>
              <a:rPr lang="zh-CN" altLang="en-US" sz="1600" dirty="0"/>
              <a:t>环境特征（硬件、网络以及软件配置） </a:t>
            </a:r>
            <a:endParaRPr lang="zh-CN" altLang="en-US" sz="1600" dirty="0"/>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39938"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为性能测试生成测试用例 （</a:t>
            </a:r>
            <a:r>
              <a:rPr lang="en-US" altLang="en-US" sz="2900" dirty="0"/>
              <a:t>Ⅱ</a:t>
            </a:r>
            <a:r>
              <a:rPr lang="zh-CN" altLang="en-US" sz="2900" dirty="0"/>
              <a:t>）</a:t>
            </a:r>
            <a:endParaRPr lang="zh-CN" altLang="en-US" sz="2900" dirty="0"/>
          </a:p>
        </p:txBody>
      </p:sp>
      <p:sp>
        <p:nvSpPr>
          <p:cNvPr id="39939" name="Rectangle 215"/>
          <p:cNvSpPr>
            <a:spLocks noGrp="1"/>
          </p:cNvSpPr>
          <p:nvPr>
            <p:ph type="body" sz="half" idx="1"/>
          </p:nvPr>
        </p:nvSpPr>
        <p:spPr>
          <a:xfrm>
            <a:off x="762000" y="1295400"/>
            <a:ext cx="7696200" cy="6858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zh-CN" altLang="en-US" sz="2700" dirty="0"/>
              <a:t>负载测试示例</a:t>
            </a:r>
            <a:endParaRPr lang="zh-CN" altLang="en-US" sz="2700" dirty="0"/>
          </a:p>
        </p:txBody>
      </p:sp>
      <p:graphicFrame>
        <p:nvGraphicFramePr>
          <p:cNvPr id="436445" name="Group 221"/>
          <p:cNvGraphicFramePr>
            <a:graphicFrameLocks noGrp="1"/>
          </p:cNvGraphicFramePr>
          <p:nvPr>
            <p:ph sz="half" idx="1"/>
          </p:nvPr>
        </p:nvGraphicFramePr>
        <p:xfrm>
          <a:off x="533400" y="2100263"/>
          <a:ext cx="8077200" cy="3471863"/>
        </p:xfrm>
        <a:graphic>
          <a:graphicData uri="http://schemas.openxmlformats.org/drawingml/2006/table">
            <a:tbl>
              <a:tblPr/>
              <a:tblGrid>
                <a:gridCol w="1758950"/>
                <a:gridCol w="2279650"/>
                <a:gridCol w="1719263"/>
                <a:gridCol w="2319337"/>
              </a:tblGrid>
              <a:tr h="674370">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测试用例</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ID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号</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工作量</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条件 </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预期结果</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35000">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PCW1.</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0" fontAlgn="t"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（单个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完成提款交易</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全部交易（不依赖于主角的时间）在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秒之内完成</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35000">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PCW2.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0" fontAlgn="t"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1,000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个同时运行的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完成提款交易</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just"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全部交易（不依赖于主角的时间）在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秒之内完成</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35000">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PCW3.</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（10.000 个同时运行的 ATM）</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完成提款交易</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just" defTabSz="914400" rtl="0" eaLnBrk="1" fontAlgn="t" latinLnBrk="0" hangingPunct="1">
                        <a:lnSpc>
                          <a:spcPct val="100000"/>
                        </a:lnSpc>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全部交易（不依赖于主角的时间）在 50 秒之内完成</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41986"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为性能测试生成测试用例 （</a:t>
            </a:r>
            <a:r>
              <a:rPr lang="en-US" altLang="en-US" sz="2900" dirty="0"/>
              <a:t>Ⅲ</a:t>
            </a:r>
            <a:r>
              <a:rPr lang="zh-CN" altLang="en-US" sz="2900" dirty="0"/>
              <a:t>）</a:t>
            </a:r>
            <a:endParaRPr lang="zh-CN" altLang="en-US" sz="2900" dirty="0"/>
          </a:p>
        </p:txBody>
      </p:sp>
      <p:sp>
        <p:nvSpPr>
          <p:cNvPr id="41987" name="Rectangle 111"/>
          <p:cNvSpPr>
            <a:spLocks noGrp="1"/>
          </p:cNvSpPr>
          <p:nvPr>
            <p:ph type="body" sz="half" idx="1"/>
          </p:nvPr>
        </p:nvSpPr>
        <p:spPr>
          <a:xfrm>
            <a:off x="762000" y="1295400"/>
            <a:ext cx="7696200" cy="7620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zh-CN" altLang="en-US" sz="2700" dirty="0"/>
              <a:t>强度测试示例</a:t>
            </a:r>
            <a:endParaRPr lang="zh-CN" altLang="en-US" sz="2700" dirty="0"/>
          </a:p>
        </p:txBody>
      </p:sp>
      <p:graphicFrame>
        <p:nvGraphicFramePr>
          <p:cNvPr id="442480" name="Group 112"/>
          <p:cNvGraphicFramePr>
            <a:graphicFrameLocks noGrp="1"/>
          </p:cNvGraphicFramePr>
          <p:nvPr>
            <p:ph sz="half" idx="1"/>
          </p:nvPr>
        </p:nvGraphicFramePr>
        <p:xfrm>
          <a:off x="533400" y="2219325"/>
          <a:ext cx="8077200" cy="3357563"/>
        </p:xfrm>
        <a:graphic>
          <a:graphicData uri="http://schemas.openxmlformats.org/drawingml/2006/table">
            <a:tbl>
              <a:tblPr/>
              <a:tblGrid>
                <a:gridCol w="1839913"/>
                <a:gridCol w="2085975"/>
                <a:gridCol w="2339975"/>
                <a:gridCol w="1811337"/>
              </a:tblGrid>
              <a:tr h="614045">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测试用例</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ID </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号</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工作量</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条件 </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预期结果</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08013">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SCW1.</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0" fontAlgn="t"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1,000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个同时运行的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数据库锁定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- 2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 </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请求同一帐户</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请求排成</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队列</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06425">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SCW2.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0" fontAlgn="t"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1,000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个同时运行的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无法实现银行系统的</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通信</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交易排成队列或</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超时</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08013">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SCW3.</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0" fontAlgn="t"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1,000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个同时运行的 </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ATM</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在交易过程中，银行</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系统通信被终止</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显示警告消息</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a:buClrTx/>
              <a:buSzTx/>
              <a:buFontTx/>
            </a:pPr>
            <a:fld id="{9A0DB2DC-4C9A-4742-B13C-FB6460FD3503}" type="slidenum">
              <a:rPr lang="en-US" altLang="zh-CN" sz="1400" dirty="0"/>
            </a:fld>
            <a:endParaRPr lang="en-US" altLang="zh-CN" sz="1400" dirty="0"/>
          </a:p>
        </p:txBody>
      </p:sp>
      <p:sp>
        <p:nvSpPr>
          <p:cNvPr id="44034" name="Rectangle 2"/>
          <p:cNvSpPr>
            <a:spLocks noGrp="1"/>
          </p:cNvSpPr>
          <p:nvPr>
            <p:ph type="title"/>
          </p:nvPr>
        </p:nvSpPr>
        <p:spPr>
          <a:ln/>
        </p:spPr>
        <p:txBody>
          <a:bodyPr vert="horz" wrap="square" lIns="91440" tIns="45720" rIns="91440" bIns="45720" anchor="b" anchorCtr="0"/>
          <a:p>
            <a:pPr eaLnBrk="1" hangingPunct="1"/>
            <a:r>
              <a:rPr lang="zh-CN" altLang="en-US" sz="2900" dirty="0"/>
              <a:t>测试用例</a:t>
            </a:r>
            <a:r>
              <a:rPr lang="en-US" altLang="zh-CN" sz="2900" dirty="0">
                <a:latin typeface="Arial" panose="020B0604020202020204" pitchFamily="34" charset="0"/>
              </a:rPr>
              <a:t>——</a:t>
            </a:r>
            <a:r>
              <a:rPr lang="zh-CN" altLang="en-US" sz="2900" dirty="0"/>
              <a:t>为安全性测试生成测试用例 </a:t>
            </a:r>
            <a:endParaRPr lang="zh-CN" altLang="en-US" sz="2900" dirty="0"/>
          </a:p>
        </p:txBody>
      </p:sp>
      <p:sp>
        <p:nvSpPr>
          <p:cNvPr id="44035" name="Rectangle 259"/>
          <p:cNvSpPr>
            <a:spLocks noGrp="1"/>
          </p:cNvSpPr>
          <p:nvPr>
            <p:ph type="body" sz="half" idx="1"/>
          </p:nvPr>
        </p:nvSpPr>
        <p:spPr>
          <a:xfrm>
            <a:off x="762000" y="1295400"/>
            <a:ext cx="7696200" cy="685800"/>
          </a:xfrm>
          <a:ln/>
        </p:spPr>
        <p:txBody>
          <a:bodyPr vert="horz" wrap="square" lIns="91440" tIns="45720" rIns="91440" bIns="45720" anchor="t" anchorCtr="0"/>
          <a:p>
            <a:pPr eaLnBrk="1" hangingPunct="1">
              <a:buClr>
                <a:schemeClr val="bg2"/>
              </a:buClr>
              <a:buSzPct val="70000"/>
              <a:buFont typeface="Wingdings" panose="05000000000000000000" pitchFamily="2" charset="2"/>
            </a:pPr>
            <a:r>
              <a:rPr lang="zh-CN" altLang="en-US" sz="2700" dirty="0"/>
              <a:t>安全性测试示例</a:t>
            </a:r>
            <a:endParaRPr lang="zh-CN" altLang="en-US" sz="2700" dirty="0"/>
          </a:p>
        </p:txBody>
      </p:sp>
      <p:graphicFrame>
        <p:nvGraphicFramePr>
          <p:cNvPr id="22585" name="Group 57"/>
          <p:cNvGraphicFramePr>
            <a:graphicFrameLocks noGrp="1"/>
          </p:cNvGraphicFramePr>
          <p:nvPr>
            <p:ph sz="half" idx="1"/>
          </p:nvPr>
        </p:nvGraphicFramePr>
        <p:xfrm>
          <a:off x="762000" y="2133600"/>
          <a:ext cx="7696200" cy="3840163"/>
        </p:xfrm>
        <a:graphic>
          <a:graphicData uri="http://schemas.openxmlformats.org/drawingml/2006/table">
            <a:tbl>
              <a:tblPr/>
              <a:tblGrid>
                <a:gridCol w="1295400"/>
                <a:gridCol w="1600200"/>
                <a:gridCol w="987425"/>
                <a:gridCol w="917575"/>
                <a:gridCol w="1343025"/>
                <a:gridCol w="1552575"/>
              </a:tblGrid>
              <a:tr h="314325">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测试用例</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ID </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号</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条件</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卡 </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读卡机 </a:t>
                      </a:r>
                      <a:endParaRPr kumimoji="0" lang="zh-CN" altLang="en-US" sz="11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银行的网络</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预期结果</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ACW1.</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在银行网</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络之内</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所有用例都</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可用</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ACW2.</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银行网络之外</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只有提款用</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例可用</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ACW3.</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无法读卡</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警告消息，</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卡被退出</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40080">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ACW4.</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因被盗</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卡已挂失</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警告消息，</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卡予保留</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ACW5.</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卡已过期</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bg2"/>
                        </a:buClr>
                        <a:buSzPct val="70000"/>
                        <a:buFont typeface="Wingdings" panose="05000000000000000000" pitchFamily="2" charset="2"/>
                        <a:defRPr sz="27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1"/>
                        </a:buClr>
                        <a:buSzPct val="70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tx1"/>
                        </a:buClr>
                        <a:buSzPct val="150000"/>
                        <a:defRPr sz="2000"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150000"/>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1500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15000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警告消息，</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342900" marR="0" lvl="0" indent="-342900" algn="ctr" defTabSz="914400" rtl="0" eaLnBrk="1" fontAlgn="t"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卡予保留</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anchorCtr="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sld>
</file>

<file path=ppt/tags/tag1.xml><?xml version="1.0" encoding="utf-8"?>
<p:tagLst xmlns:p="http://schemas.openxmlformats.org/presentationml/2006/main">
  <p:tag name="commondata" val="eyJoZGlkIjoiMGFmMDhhOTk3YzhlOGYzYjFmZWUwYjhiMjc0ZjY1OWIifQ=="/>
</p:tagLst>
</file>

<file path=ppt/theme/theme1.xml><?xml version="1.0" encoding="utf-8"?>
<a:theme xmlns:a="http://schemas.openxmlformats.org/drawingml/2006/main" name="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Studio</Template>
  <TotalTime>0</TotalTime>
  <Words>4059</Words>
  <Application>WPS 演示</Application>
  <PresentationFormat>全屏显示(4:3)</PresentationFormat>
  <Paragraphs>661</Paragraphs>
  <Slides>21</Slides>
  <Notes>20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21</vt:i4>
      </vt:variant>
    </vt:vector>
  </HeadingPairs>
  <TitlesOfParts>
    <vt:vector size="32" baseType="lpstr">
      <vt:lpstr>Arial</vt:lpstr>
      <vt:lpstr>宋体</vt:lpstr>
      <vt:lpstr>Wingdings</vt:lpstr>
      <vt:lpstr>Arial Black</vt:lpstr>
      <vt:lpstr>Times New Roman</vt:lpstr>
      <vt:lpstr>微软雅黑</vt:lpstr>
      <vt:lpstr>Arial Unicode MS</vt:lpstr>
      <vt:lpstr>Calibri</vt:lpstr>
      <vt:lpstr>Wingdings</vt:lpstr>
      <vt:lpstr>Studio</vt:lpstr>
      <vt:lpstr>1_Studio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测试用例——解释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Fancy</cp:lastModifiedBy>
  <cp:revision>346</cp:revision>
  <dcterms:created xsi:type="dcterms:W3CDTF">2024-09-27T10:45:14Z</dcterms:created>
  <dcterms:modified xsi:type="dcterms:W3CDTF">2026-08-17T12:25:38Z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E04834BCB95049F194B25B5780F6D188_12</vt:lpwstr>
  </property>
  <property fmtid="{D5CDD505-2E9C-101B-9397-08002B2CF9AE}" pid="4" name="KSOProductBuildVer">
    <vt:lpwstr>2052-12.1.0.28043</vt:lpwstr>
  </property>
</Properties>
</file>