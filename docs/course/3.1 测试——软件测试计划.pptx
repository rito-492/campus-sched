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36"/>
  </p:handoutMasterIdLst>
  <p:sldIdLst>
    <p:sldId id="256" r:id="rId3"/>
    <p:sldId id="257" r:id="rId5"/>
    <p:sldId id="267" r:id="rId6"/>
    <p:sldId id="268" r:id="rId7"/>
    <p:sldId id="289" r:id="rId8"/>
    <p:sldId id="269" r:id="rId9"/>
    <p:sldId id="270" r:id="rId10"/>
    <p:sldId id="271" r:id="rId11"/>
    <p:sldId id="272" r:id="rId12"/>
    <p:sldId id="273" r:id="rId13"/>
    <p:sldId id="274" r:id="rId14"/>
    <p:sldId id="275" r:id="rId15"/>
    <p:sldId id="276" r:id="rId16"/>
    <p:sldId id="290" r:id="rId17"/>
    <p:sldId id="277" r:id="rId18"/>
    <p:sldId id="296" r:id="rId19"/>
    <p:sldId id="278" r:id="rId20"/>
    <p:sldId id="291" r:id="rId21"/>
    <p:sldId id="279" r:id="rId22"/>
    <p:sldId id="292" r:id="rId23"/>
    <p:sldId id="280" r:id="rId24"/>
    <p:sldId id="293" r:id="rId25"/>
    <p:sldId id="294" r:id="rId26"/>
    <p:sldId id="281" r:id="rId27"/>
    <p:sldId id="282" r:id="rId28"/>
    <p:sldId id="283" r:id="rId29"/>
    <p:sldId id="284" r:id="rId30"/>
    <p:sldId id="295" r:id="rId31"/>
    <p:sldId id="285" r:id="rId32"/>
    <p:sldId id="286" r:id="rId33"/>
    <p:sldId id="287" r:id="rId34"/>
    <p:sldId id="288" r:id="rId35"/>
  </p:sldIdLst>
  <p:sldSz cx="9144000" cy="6858000" type="screen4x3"/>
  <p:notesSz cx="6815455" cy="982345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00"/>
    <a:srgbClr val="000066"/>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40"/>
    <p:restoredTop sz="94493"/>
  </p:normalViewPr>
  <p:slideViewPr>
    <p:cSldViewPr showGuides="1">
      <p:cViewPr>
        <p:scale>
          <a:sx n="100" d="100"/>
          <a:sy n="100" d="100"/>
        </p:scale>
        <p:origin x="-761" y="35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handoutMaster" Target="handoutMasters/handoutMaster1.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28354" name="Rectangle 2"/>
          <p:cNvSpPr>
            <a:spLocks noGrp="1" noChangeArrowheads="1"/>
          </p:cNvSpPr>
          <p:nvPr>
            <p:ph type="hdr" sz="quarter"/>
          </p:nvPr>
        </p:nvSpPr>
        <p:spPr bwMode="auto">
          <a:xfrm>
            <a:off x="0" y="0"/>
            <a:ext cx="2952750" cy="490538"/>
          </a:xfrm>
          <a:prstGeom prst="rect">
            <a:avLst/>
          </a:prstGeom>
          <a:noFill/>
          <a:ln w="9525">
            <a:noFill/>
            <a:miter lim="800000"/>
          </a:ln>
          <a:effectLst/>
        </p:spPr>
        <p:txBody>
          <a:bodyPr vert="horz" wrap="square" lIns="91440" tIns="45720" rIns="91440" bIns="45720" numCol="1" anchor="t" anchorCtr="0" compatLnSpc="1"/>
          <a:lstStyle>
            <a:lvl1pPr>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8355" name="Rectangle 3"/>
          <p:cNvSpPr>
            <a:spLocks noGrp="1" noChangeArrowheads="1"/>
          </p:cNvSpPr>
          <p:nvPr>
            <p:ph type="dt" sz="quarter" idx="1"/>
          </p:nvPr>
        </p:nvSpPr>
        <p:spPr bwMode="auto">
          <a:xfrm>
            <a:off x="3860800" y="0"/>
            <a:ext cx="2952750" cy="490538"/>
          </a:xfrm>
          <a:prstGeom prst="rect">
            <a:avLst/>
          </a:prstGeom>
          <a:noFill/>
          <a:ln w="9525">
            <a:noFill/>
            <a:miter lim="800000"/>
          </a:ln>
          <a:effectLst/>
        </p:spPr>
        <p:txBody>
          <a:bodyPr vert="horz" wrap="square" lIns="91440" tIns="45720" rIns="91440" bIns="45720" numCol="1" anchor="t" anchorCtr="0" compatLnSpc="1"/>
          <a:lstStyle>
            <a:lvl1pPr algn="r">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8356" name="Rectangle 4"/>
          <p:cNvSpPr>
            <a:spLocks noGrp="1" noChangeArrowheads="1"/>
          </p:cNvSpPr>
          <p:nvPr>
            <p:ph type="ftr" sz="quarter" idx="2"/>
          </p:nvPr>
        </p:nvSpPr>
        <p:spPr bwMode="auto">
          <a:xfrm>
            <a:off x="0" y="9331325"/>
            <a:ext cx="2952750" cy="490538"/>
          </a:xfrm>
          <a:prstGeom prst="rect">
            <a:avLst/>
          </a:prstGeom>
          <a:noFill/>
          <a:ln w="9525">
            <a:noFill/>
            <a:miter lim="800000"/>
          </a:ln>
          <a:effectLst/>
        </p:spPr>
        <p:txBody>
          <a:bodyPr vert="horz" wrap="square" lIns="91440" tIns="45720" rIns="91440" bIns="45720" numCol="1" anchor="b" anchorCtr="0" compatLnSpc="1"/>
          <a:lstStyle>
            <a:lvl1pPr>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8357" name="Rectangle 5"/>
          <p:cNvSpPr>
            <a:spLocks noGrp="1" noChangeArrowheads="1"/>
          </p:cNvSpPr>
          <p:nvPr>
            <p:ph type="sldNum" sz="quarter" idx="3"/>
          </p:nvPr>
        </p:nvSpPr>
        <p:spPr bwMode="auto">
          <a:xfrm>
            <a:off x="3860800" y="9331325"/>
            <a:ext cx="2952750" cy="490538"/>
          </a:xfrm>
          <a:prstGeom prst="rect">
            <a:avLst/>
          </a:prstGeom>
          <a:noFill/>
          <a:ln w="9525">
            <a:noFill/>
            <a:miter lim="800000"/>
          </a:ln>
          <a:effectLst/>
        </p:spPr>
        <p:txBody>
          <a:bodyPr vert="horz" wrap="square" lIns="91440" tIns="45720" rIns="91440" bIns="45720" numCol="1" anchor="b" anchorCtr="0" compatLnSpc="1"/>
          <a:p>
            <a:pPr lvl="0" algn="r" eaLnBrk="1" hangingPunct="1">
              <a:buNone/>
            </a:pPr>
            <a:fld id="{9A0DB2DC-4C9A-4742-B13C-FB6460FD3503}" type="slidenum">
              <a:rPr lang="en-US" altLang="zh-CN" sz="1200" dirty="0"/>
            </a:fld>
            <a:endParaRPr lang="en-US" altLang="zh-CN"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30402" name="Rectangle 2"/>
          <p:cNvSpPr>
            <a:spLocks noGrp="1" noChangeArrowheads="1"/>
          </p:cNvSpPr>
          <p:nvPr>
            <p:ph type="hdr" sz="quarter"/>
          </p:nvPr>
        </p:nvSpPr>
        <p:spPr bwMode="auto">
          <a:xfrm>
            <a:off x="0" y="0"/>
            <a:ext cx="2952750" cy="490538"/>
          </a:xfrm>
          <a:prstGeom prst="rect">
            <a:avLst/>
          </a:prstGeom>
          <a:noFill/>
          <a:ln w="9525">
            <a:noFill/>
            <a:miter lim="800000"/>
          </a:ln>
          <a:effectLst/>
        </p:spPr>
        <p:txBody>
          <a:bodyPr vert="horz" wrap="square" lIns="91440" tIns="45720" rIns="91440" bIns="45720" numCol="1" anchor="t" anchorCtr="0" compatLnSpc="1"/>
          <a:lstStyle>
            <a:lvl1pPr>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30403" name="Rectangle 3"/>
          <p:cNvSpPr>
            <a:spLocks noGrp="1" noChangeArrowheads="1"/>
          </p:cNvSpPr>
          <p:nvPr>
            <p:ph type="dt" idx="1"/>
          </p:nvPr>
        </p:nvSpPr>
        <p:spPr bwMode="auto">
          <a:xfrm>
            <a:off x="3860800" y="0"/>
            <a:ext cx="2952750" cy="490538"/>
          </a:xfrm>
          <a:prstGeom prst="rect">
            <a:avLst/>
          </a:prstGeom>
          <a:noFill/>
          <a:ln w="9525">
            <a:noFill/>
            <a:miter lim="800000"/>
          </a:ln>
          <a:effectLst/>
        </p:spPr>
        <p:txBody>
          <a:bodyPr vert="horz" wrap="square" lIns="91440" tIns="45720" rIns="91440" bIns="45720" numCol="1" anchor="t" anchorCtr="0" compatLnSpc="1"/>
          <a:lstStyle>
            <a:lvl1pPr algn="r">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5844" name="Rectangle 4"/>
          <p:cNvSpPr>
            <a:spLocks noRot="1" noTextEdit="1"/>
          </p:cNvSpPr>
          <p:nvPr>
            <p:ph type="sldImg" idx="2"/>
          </p:nvPr>
        </p:nvSpPr>
        <p:spPr>
          <a:xfrm>
            <a:off x="950913" y="736600"/>
            <a:ext cx="4914900" cy="3684588"/>
          </a:xfrm>
          <a:prstGeom prst="rect">
            <a:avLst/>
          </a:prstGeom>
          <a:noFill/>
          <a:ln w="9525" cap="flat" cmpd="sng">
            <a:solidFill>
              <a:srgbClr val="000000"/>
            </a:solidFill>
            <a:prstDash val="solid"/>
            <a:miter/>
            <a:headEnd type="none" w="med" len="med"/>
            <a:tailEnd type="none" w="med" len="med"/>
          </a:ln>
        </p:spPr>
      </p:sp>
      <p:sp>
        <p:nvSpPr>
          <p:cNvPr id="230405" name="Rectangle 5"/>
          <p:cNvSpPr>
            <a:spLocks noGrp="1" noChangeArrowheads="1"/>
          </p:cNvSpPr>
          <p:nvPr>
            <p:ph type="body" sz="quarter" idx="3"/>
          </p:nvPr>
        </p:nvSpPr>
        <p:spPr bwMode="auto">
          <a:xfrm>
            <a:off x="681038" y="4665663"/>
            <a:ext cx="5453063" cy="4421188"/>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30406" name="Rectangle 6"/>
          <p:cNvSpPr>
            <a:spLocks noGrp="1" noChangeArrowheads="1"/>
          </p:cNvSpPr>
          <p:nvPr>
            <p:ph type="ftr" sz="quarter" idx="4"/>
          </p:nvPr>
        </p:nvSpPr>
        <p:spPr bwMode="auto">
          <a:xfrm>
            <a:off x="0" y="9331325"/>
            <a:ext cx="2952750" cy="490538"/>
          </a:xfrm>
          <a:prstGeom prst="rect">
            <a:avLst/>
          </a:prstGeom>
          <a:noFill/>
          <a:ln w="9525">
            <a:noFill/>
            <a:miter lim="800000"/>
          </a:ln>
          <a:effectLst/>
        </p:spPr>
        <p:txBody>
          <a:bodyPr vert="horz" wrap="square" lIns="91440" tIns="45720" rIns="91440" bIns="45720" numCol="1" anchor="b" anchorCtr="0" compatLnSpc="1"/>
          <a:lstStyle>
            <a:lvl1pPr>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30407" name="Rectangle 7"/>
          <p:cNvSpPr>
            <a:spLocks noGrp="1" noChangeArrowheads="1"/>
          </p:cNvSpPr>
          <p:nvPr>
            <p:ph type="sldNum" sz="quarter" idx="5"/>
          </p:nvPr>
        </p:nvSpPr>
        <p:spPr bwMode="auto">
          <a:xfrm>
            <a:off x="3860800" y="9331325"/>
            <a:ext cx="2952750" cy="490538"/>
          </a:xfrm>
          <a:prstGeom prst="rect">
            <a:avLst/>
          </a:prstGeom>
          <a:noFill/>
          <a:ln w="9525">
            <a:noFill/>
            <a:miter lim="800000"/>
          </a:ln>
          <a:effectLst/>
        </p:spPr>
        <p:txBody>
          <a:bodyPr vert="horz" wrap="square" lIns="91440" tIns="45720" rIns="91440" bIns="45720" numCol="1" anchor="b" anchorCtr="0" compatLnSpc="1"/>
          <a:p>
            <a:pPr lvl="0" algn="r" eaLnBrk="1" hangingPunct="1">
              <a:buNone/>
            </a:pPr>
            <a:fld id="{9A0DB2DC-4C9A-4742-B13C-FB6460FD3503}" type="slidenum">
              <a:rPr lang="en-US" altLang="zh-CN" sz="1200" dirty="0"/>
            </a:fld>
            <a:endParaRPr lang="en-US" altLang="zh-CN"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7"/>
          <p:cNvSpPr txBox="1">
            <a:spLocks noGrp="1"/>
          </p:cNvSpPr>
          <p:nvPr>
            <p:ph type="sldNum" sz="quarter"/>
          </p:nvPr>
        </p:nvSpPr>
        <p:spPr>
          <a:xfrm>
            <a:off x="3860800" y="9331325"/>
            <a:ext cx="2952750" cy="490538"/>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36867" name="Rectangle 2"/>
          <p:cNvSpPr>
            <a:spLocks noRot="1" noTextEdit="1"/>
          </p:cNvSpPr>
          <p:nvPr>
            <p:ph type="sldImg"/>
          </p:nvPr>
        </p:nvSpPr>
        <p:spPr>
          <a:xfrm>
            <a:off x="952500" y="736600"/>
            <a:ext cx="4911725" cy="3684588"/>
          </a:xfrm>
          <a:ln/>
        </p:spPr>
      </p:sp>
      <p:sp>
        <p:nvSpPr>
          <p:cNvPr id="36868" name="Rectangle 3"/>
          <p:cNvSpPr>
            <a:spLocks noGrp="1"/>
          </p:cNvSpPr>
          <p:nvPr>
            <p:ph type="body" idx="1"/>
          </p:nvPr>
        </p:nvSpPr>
        <p:spPr>
          <a:xfrm>
            <a:off x="681038" y="4665663"/>
            <a:ext cx="5453062" cy="4421187"/>
          </a:xfrm>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7"/>
          <p:cNvSpPr txBox="1">
            <a:spLocks noGrp="1"/>
          </p:cNvSpPr>
          <p:nvPr>
            <p:ph type="sldNum" sz="quarter"/>
          </p:nvPr>
        </p:nvSpPr>
        <p:spPr>
          <a:xfrm>
            <a:off x="3860800" y="9331325"/>
            <a:ext cx="2952750" cy="490538"/>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37891" name="Rectangle 2"/>
          <p:cNvSpPr>
            <a:spLocks noRot="1" noTextEdit="1"/>
          </p:cNvSpPr>
          <p:nvPr>
            <p:ph type="sldImg"/>
          </p:nvPr>
        </p:nvSpPr>
        <p:spPr>
          <a:xfrm>
            <a:off x="952500" y="736600"/>
            <a:ext cx="4911725" cy="3684588"/>
          </a:xfrm>
          <a:ln/>
        </p:spPr>
      </p:sp>
      <p:sp>
        <p:nvSpPr>
          <p:cNvPr id="37892" name="Rectangle 3"/>
          <p:cNvSpPr>
            <a:spLocks noGrp="1"/>
          </p:cNvSpPr>
          <p:nvPr>
            <p:ph type="body" idx="1"/>
          </p:nvPr>
        </p:nvSpPr>
        <p:spPr>
          <a:xfrm>
            <a:off x="681038" y="4665663"/>
            <a:ext cx="5453062" cy="4421187"/>
          </a:xfrm>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7"/>
          <p:cNvSpPr txBox="1">
            <a:spLocks noGrp="1"/>
          </p:cNvSpPr>
          <p:nvPr>
            <p:ph type="sldNum" sz="quarter"/>
          </p:nvPr>
        </p:nvSpPr>
        <p:spPr>
          <a:xfrm>
            <a:off x="3860800" y="9331325"/>
            <a:ext cx="2952750" cy="490538"/>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38915" name="Rectangle 2"/>
          <p:cNvSpPr>
            <a:spLocks noRot="1" noTextEdit="1"/>
          </p:cNvSpPr>
          <p:nvPr>
            <p:ph type="sldImg"/>
          </p:nvPr>
        </p:nvSpPr>
        <p:spPr>
          <a:xfrm>
            <a:off x="952500" y="736600"/>
            <a:ext cx="4911725" cy="3684588"/>
          </a:xfrm>
          <a:ln/>
        </p:spPr>
      </p:sp>
      <p:sp>
        <p:nvSpPr>
          <p:cNvPr id="38916" name="Rectangle 3"/>
          <p:cNvSpPr>
            <a:spLocks noGrp="1"/>
          </p:cNvSpPr>
          <p:nvPr>
            <p:ph type="body" idx="1"/>
          </p:nvPr>
        </p:nvSpPr>
        <p:spPr>
          <a:xfrm>
            <a:off x="681038" y="4665663"/>
            <a:ext cx="5453062" cy="4421187"/>
          </a:xfrm>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7"/>
          <p:cNvSpPr txBox="1">
            <a:spLocks noGrp="1"/>
          </p:cNvSpPr>
          <p:nvPr>
            <p:ph type="sldNum" sz="quarter"/>
          </p:nvPr>
        </p:nvSpPr>
        <p:spPr>
          <a:xfrm>
            <a:off x="3860800" y="9331325"/>
            <a:ext cx="2952750" cy="490538"/>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39939" name="Rectangle 2"/>
          <p:cNvSpPr>
            <a:spLocks noRot="1" noTextEdit="1"/>
          </p:cNvSpPr>
          <p:nvPr>
            <p:ph type="sldImg"/>
          </p:nvPr>
        </p:nvSpPr>
        <p:spPr>
          <a:xfrm>
            <a:off x="952500" y="736600"/>
            <a:ext cx="4911725" cy="3684588"/>
          </a:xfrm>
          <a:ln/>
        </p:spPr>
      </p:sp>
      <p:sp>
        <p:nvSpPr>
          <p:cNvPr id="39940" name="Rectangle 3"/>
          <p:cNvSpPr>
            <a:spLocks noGrp="1"/>
          </p:cNvSpPr>
          <p:nvPr>
            <p:ph type="body" idx="1"/>
          </p:nvPr>
        </p:nvSpPr>
        <p:spPr>
          <a:xfrm>
            <a:off x="681038" y="4665663"/>
            <a:ext cx="5453062" cy="4421187"/>
          </a:xfrm>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7"/>
          <p:cNvSpPr txBox="1">
            <a:spLocks noGrp="1"/>
          </p:cNvSpPr>
          <p:nvPr>
            <p:ph type="sldNum" sz="quarter"/>
          </p:nvPr>
        </p:nvSpPr>
        <p:spPr>
          <a:xfrm>
            <a:off x="3860800" y="9331325"/>
            <a:ext cx="2952750" cy="490538"/>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40963" name="Rectangle 2"/>
          <p:cNvSpPr>
            <a:spLocks noTextEdit="1"/>
          </p:cNvSpPr>
          <p:nvPr>
            <p:ph type="sldImg"/>
          </p:nvPr>
        </p:nvSpPr>
        <p:spPr>
          <a:xfrm>
            <a:off x="952500" y="736600"/>
            <a:ext cx="4911725" cy="3684588"/>
          </a:xfrm>
          <a:solidFill>
            <a:srgbClr val="FFFFFF">
              <a:alpha val="100000"/>
            </a:srgbClr>
          </a:solidFill>
          <a:ln/>
        </p:spPr>
      </p:sp>
      <p:sp>
        <p:nvSpPr>
          <p:cNvPr id="40964" name="Rectangle 3"/>
          <p:cNvSpPr/>
          <p:nvPr>
            <p:ph type="body" idx="1"/>
          </p:nvPr>
        </p:nvSpPr>
        <p:spPr>
          <a:xfrm>
            <a:off x="681038" y="4665663"/>
            <a:ext cx="5453062" cy="4421187"/>
          </a:xfrm>
          <a:solidFill>
            <a:srgbClr val="FFFFFF">
              <a:alpha val="100000"/>
            </a:srgbClr>
          </a:solidFill>
          <a:ln>
            <a:solidFill>
              <a:srgbClr val="000000">
                <a:alpha val="100000"/>
              </a:srgbClr>
            </a:solidFill>
            <a:mite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7"/>
          <p:cNvSpPr txBox="1">
            <a:spLocks noGrp="1"/>
          </p:cNvSpPr>
          <p:nvPr>
            <p:ph type="sldNum" sz="quarter"/>
          </p:nvPr>
        </p:nvSpPr>
        <p:spPr>
          <a:xfrm>
            <a:off x="3860800" y="9331325"/>
            <a:ext cx="2952750" cy="490538"/>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41987" name="Rectangle 2"/>
          <p:cNvSpPr>
            <a:spLocks noRot="1" noTextEdit="1"/>
          </p:cNvSpPr>
          <p:nvPr>
            <p:ph type="sldImg"/>
          </p:nvPr>
        </p:nvSpPr>
        <p:spPr>
          <a:xfrm>
            <a:off x="952500" y="736600"/>
            <a:ext cx="4911725" cy="3684588"/>
          </a:xfrm>
          <a:ln/>
        </p:spPr>
      </p:sp>
      <p:sp>
        <p:nvSpPr>
          <p:cNvPr id="41988" name="Rectangle 3"/>
          <p:cNvSpPr>
            <a:spLocks noGrp="1"/>
          </p:cNvSpPr>
          <p:nvPr>
            <p:ph type="body" idx="1"/>
          </p:nvPr>
        </p:nvSpPr>
        <p:spPr>
          <a:xfrm>
            <a:off x="681038" y="4665663"/>
            <a:ext cx="5453062" cy="4421187"/>
          </a:xfrm>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7"/>
          <p:cNvSpPr txBox="1">
            <a:spLocks noGrp="1"/>
          </p:cNvSpPr>
          <p:nvPr>
            <p:ph type="sldNum" sz="quarter"/>
          </p:nvPr>
        </p:nvSpPr>
        <p:spPr>
          <a:xfrm>
            <a:off x="3860800" y="9331325"/>
            <a:ext cx="2952750" cy="490538"/>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43011" name="Rectangle 2"/>
          <p:cNvSpPr>
            <a:spLocks noRot="1" noTextEdit="1"/>
          </p:cNvSpPr>
          <p:nvPr>
            <p:ph type="sldImg"/>
          </p:nvPr>
        </p:nvSpPr>
        <p:spPr>
          <a:xfrm>
            <a:off x="952500" y="736600"/>
            <a:ext cx="4911725" cy="3684588"/>
          </a:xfrm>
          <a:ln/>
        </p:spPr>
      </p:sp>
      <p:sp>
        <p:nvSpPr>
          <p:cNvPr id="43012" name="Rectangle 3"/>
          <p:cNvSpPr>
            <a:spLocks noGrp="1"/>
          </p:cNvSpPr>
          <p:nvPr>
            <p:ph type="body" idx="1"/>
          </p:nvPr>
        </p:nvSpPr>
        <p:spPr>
          <a:xfrm>
            <a:off x="681038" y="4665663"/>
            <a:ext cx="5453062" cy="4421187"/>
          </a:xfrm>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7"/>
          <p:cNvSpPr txBox="1">
            <a:spLocks noGrp="1"/>
          </p:cNvSpPr>
          <p:nvPr>
            <p:ph type="sldNum" sz="quarter"/>
          </p:nvPr>
        </p:nvSpPr>
        <p:spPr>
          <a:xfrm>
            <a:off x="3860800" y="9331325"/>
            <a:ext cx="2952750" cy="490538"/>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44035" name="Rectangle 2"/>
          <p:cNvSpPr>
            <a:spLocks noRot="1" noTextEdit="1"/>
          </p:cNvSpPr>
          <p:nvPr>
            <p:ph type="sldImg"/>
          </p:nvPr>
        </p:nvSpPr>
        <p:spPr>
          <a:xfrm>
            <a:off x="952500" y="736600"/>
            <a:ext cx="4911725" cy="3684588"/>
          </a:xfrm>
          <a:ln/>
        </p:spPr>
      </p:sp>
      <p:sp>
        <p:nvSpPr>
          <p:cNvPr id="44036" name="Rectangle 3"/>
          <p:cNvSpPr>
            <a:spLocks noGrp="1"/>
          </p:cNvSpPr>
          <p:nvPr>
            <p:ph type="body" idx="1"/>
          </p:nvPr>
        </p:nvSpPr>
        <p:spPr>
          <a:xfrm>
            <a:off x="681038" y="4665663"/>
            <a:ext cx="5453062" cy="4421187"/>
          </a:xfrm>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7"/>
          <p:cNvSpPr txBox="1">
            <a:spLocks noGrp="1"/>
          </p:cNvSpPr>
          <p:nvPr>
            <p:ph type="sldNum" sz="quarter"/>
          </p:nvPr>
        </p:nvSpPr>
        <p:spPr>
          <a:xfrm>
            <a:off x="3860800" y="9331325"/>
            <a:ext cx="2952750" cy="490538"/>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45059" name="Rectangle 2"/>
          <p:cNvSpPr>
            <a:spLocks noRot="1" noTextEdit="1"/>
          </p:cNvSpPr>
          <p:nvPr>
            <p:ph type="sldImg"/>
          </p:nvPr>
        </p:nvSpPr>
        <p:spPr>
          <a:xfrm>
            <a:off x="952500" y="736600"/>
            <a:ext cx="4911725" cy="3684588"/>
          </a:xfrm>
          <a:ln/>
        </p:spPr>
      </p:sp>
      <p:sp>
        <p:nvSpPr>
          <p:cNvPr id="45060" name="Rectangle 3"/>
          <p:cNvSpPr>
            <a:spLocks noGrp="1"/>
          </p:cNvSpPr>
          <p:nvPr>
            <p:ph type="body" idx="1"/>
          </p:nvPr>
        </p:nvSpPr>
        <p:spPr>
          <a:xfrm>
            <a:off x="681038" y="4665663"/>
            <a:ext cx="5453062" cy="4421187"/>
          </a:xfrm>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7"/>
          <p:cNvSpPr txBox="1">
            <a:spLocks noGrp="1"/>
          </p:cNvSpPr>
          <p:nvPr>
            <p:ph type="sldNum" sz="quarter"/>
          </p:nvPr>
        </p:nvSpPr>
        <p:spPr>
          <a:xfrm>
            <a:off x="3860800" y="9331325"/>
            <a:ext cx="2952750" cy="490538"/>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46083" name="Rectangle 2"/>
          <p:cNvSpPr>
            <a:spLocks noRot="1" noTextEdit="1"/>
          </p:cNvSpPr>
          <p:nvPr>
            <p:ph type="sldImg"/>
          </p:nvPr>
        </p:nvSpPr>
        <p:spPr>
          <a:xfrm>
            <a:off x="952500" y="736600"/>
            <a:ext cx="4911725" cy="3684588"/>
          </a:xfrm>
          <a:ln/>
        </p:spPr>
      </p:sp>
      <p:sp>
        <p:nvSpPr>
          <p:cNvPr id="46084" name="Rectangle 3"/>
          <p:cNvSpPr>
            <a:spLocks noGrp="1"/>
          </p:cNvSpPr>
          <p:nvPr>
            <p:ph type="body" idx="1"/>
          </p:nvPr>
        </p:nvSpPr>
        <p:spPr>
          <a:xfrm>
            <a:off x="681038" y="4665663"/>
            <a:ext cx="5453062" cy="4421187"/>
          </a:xfrm>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7"/>
          <p:cNvSpPr txBox="1">
            <a:spLocks noGrp="1"/>
          </p:cNvSpPr>
          <p:nvPr>
            <p:ph type="sldNum" sz="quarter"/>
          </p:nvPr>
        </p:nvSpPr>
        <p:spPr>
          <a:xfrm>
            <a:off x="3860800" y="9331325"/>
            <a:ext cx="2952750" cy="490538"/>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47107" name="Rectangle 2"/>
          <p:cNvSpPr>
            <a:spLocks noRot="1" noTextEdit="1"/>
          </p:cNvSpPr>
          <p:nvPr>
            <p:ph type="sldImg"/>
          </p:nvPr>
        </p:nvSpPr>
        <p:spPr>
          <a:xfrm>
            <a:off x="952500" y="736600"/>
            <a:ext cx="4911725" cy="3684588"/>
          </a:xfrm>
          <a:ln/>
        </p:spPr>
      </p:sp>
      <p:sp>
        <p:nvSpPr>
          <p:cNvPr id="47108" name="Rectangle 3"/>
          <p:cNvSpPr>
            <a:spLocks noGrp="1"/>
          </p:cNvSpPr>
          <p:nvPr>
            <p:ph type="body" idx="1"/>
          </p:nvPr>
        </p:nvSpPr>
        <p:spPr>
          <a:xfrm>
            <a:off x="681038" y="4665663"/>
            <a:ext cx="5453062" cy="4421187"/>
          </a:xfrm>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7"/>
          <p:cNvSpPr txBox="1">
            <a:spLocks noGrp="1"/>
          </p:cNvSpPr>
          <p:nvPr>
            <p:ph type="sldNum" sz="quarter"/>
          </p:nvPr>
        </p:nvSpPr>
        <p:spPr>
          <a:xfrm>
            <a:off x="3860800" y="9331325"/>
            <a:ext cx="2952750" cy="490538"/>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48131" name="Rectangle 2"/>
          <p:cNvSpPr>
            <a:spLocks noRot="1" noTextEdit="1"/>
          </p:cNvSpPr>
          <p:nvPr>
            <p:ph type="sldImg"/>
          </p:nvPr>
        </p:nvSpPr>
        <p:spPr>
          <a:xfrm>
            <a:off x="952500" y="736600"/>
            <a:ext cx="4911725" cy="3684588"/>
          </a:xfrm>
          <a:ln/>
        </p:spPr>
      </p:sp>
      <p:sp>
        <p:nvSpPr>
          <p:cNvPr id="48132" name="Rectangle 3"/>
          <p:cNvSpPr>
            <a:spLocks noGrp="1"/>
          </p:cNvSpPr>
          <p:nvPr>
            <p:ph type="body" idx="1"/>
          </p:nvPr>
        </p:nvSpPr>
        <p:spPr>
          <a:xfrm>
            <a:off x="681038" y="4665663"/>
            <a:ext cx="5453062" cy="4421187"/>
          </a:xfrm>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7"/>
          <p:cNvSpPr txBox="1">
            <a:spLocks noGrp="1"/>
          </p:cNvSpPr>
          <p:nvPr>
            <p:ph type="sldNum" sz="quarter"/>
          </p:nvPr>
        </p:nvSpPr>
        <p:spPr>
          <a:xfrm>
            <a:off x="3860800" y="9331325"/>
            <a:ext cx="2952750" cy="490538"/>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49155" name="Rectangle 2"/>
          <p:cNvSpPr>
            <a:spLocks noRot="1" noTextEdit="1"/>
          </p:cNvSpPr>
          <p:nvPr>
            <p:ph type="sldImg"/>
          </p:nvPr>
        </p:nvSpPr>
        <p:spPr>
          <a:xfrm>
            <a:off x="952500" y="736600"/>
            <a:ext cx="4911725" cy="3684588"/>
          </a:xfrm>
          <a:ln/>
        </p:spPr>
      </p:sp>
      <p:sp>
        <p:nvSpPr>
          <p:cNvPr id="49156" name="Rectangle 3"/>
          <p:cNvSpPr>
            <a:spLocks noGrp="1"/>
          </p:cNvSpPr>
          <p:nvPr>
            <p:ph type="body" idx="1"/>
          </p:nvPr>
        </p:nvSpPr>
        <p:spPr>
          <a:xfrm>
            <a:off x="681038" y="4665663"/>
            <a:ext cx="5453062" cy="4421187"/>
          </a:xfrm>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7"/>
          <p:cNvSpPr txBox="1">
            <a:spLocks noGrp="1"/>
          </p:cNvSpPr>
          <p:nvPr>
            <p:ph type="sldNum" sz="quarter"/>
          </p:nvPr>
        </p:nvSpPr>
        <p:spPr>
          <a:xfrm>
            <a:off x="3860800" y="9331325"/>
            <a:ext cx="2952750" cy="490538"/>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50179" name="Rectangle 2"/>
          <p:cNvSpPr>
            <a:spLocks noTextEdit="1"/>
          </p:cNvSpPr>
          <p:nvPr>
            <p:ph type="sldImg"/>
          </p:nvPr>
        </p:nvSpPr>
        <p:spPr>
          <a:xfrm>
            <a:off x="952500" y="736600"/>
            <a:ext cx="4911725" cy="3684588"/>
          </a:xfrm>
          <a:solidFill>
            <a:srgbClr val="FFFFFF">
              <a:alpha val="100000"/>
            </a:srgbClr>
          </a:solidFill>
          <a:ln/>
        </p:spPr>
      </p:sp>
      <p:sp>
        <p:nvSpPr>
          <p:cNvPr id="50180" name="Rectangle 3"/>
          <p:cNvSpPr/>
          <p:nvPr>
            <p:ph type="body" idx="1"/>
          </p:nvPr>
        </p:nvSpPr>
        <p:spPr>
          <a:xfrm>
            <a:off x="681038" y="4665663"/>
            <a:ext cx="5453062" cy="4421187"/>
          </a:xfrm>
          <a:solidFill>
            <a:srgbClr val="FFFFFF">
              <a:alpha val="100000"/>
            </a:srgbClr>
          </a:solidFill>
          <a:ln>
            <a:solidFill>
              <a:srgbClr val="000000">
                <a:alpha val="100000"/>
              </a:srgbClr>
            </a:solidFill>
            <a:mite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7"/>
          <p:cNvSpPr txBox="1">
            <a:spLocks noGrp="1"/>
          </p:cNvSpPr>
          <p:nvPr>
            <p:ph type="sldNum" sz="quarter"/>
          </p:nvPr>
        </p:nvSpPr>
        <p:spPr>
          <a:xfrm>
            <a:off x="3860800" y="9331325"/>
            <a:ext cx="2952750" cy="490538"/>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51203" name="Rectangle 2"/>
          <p:cNvSpPr>
            <a:spLocks noRot="1" noTextEdit="1"/>
          </p:cNvSpPr>
          <p:nvPr>
            <p:ph type="sldImg"/>
          </p:nvPr>
        </p:nvSpPr>
        <p:spPr>
          <a:xfrm>
            <a:off x="952500" y="736600"/>
            <a:ext cx="4911725" cy="3684588"/>
          </a:xfrm>
          <a:ln/>
        </p:spPr>
      </p:sp>
      <p:sp>
        <p:nvSpPr>
          <p:cNvPr id="51204" name="Rectangle 3"/>
          <p:cNvSpPr>
            <a:spLocks noGrp="1"/>
          </p:cNvSpPr>
          <p:nvPr>
            <p:ph type="body" idx="1"/>
          </p:nvPr>
        </p:nvSpPr>
        <p:spPr>
          <a:xfrm>
            <a:off x="681038" y="4665663"/>
            <a:ext cx="5453062" cy="4421187"/>
          </a:xfrm>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7"/>
          <p:cNvSpPr txBox="1">
            <a:spLocks noGrp="1"/>
          </p:cNvSpPr>
          <p:nvPr/>
        </p:nvSpPr>
        <p:spPr>
          <a:xfrm>
            <a:off x="3860800" y="9331325"/>
            <a:ext cx="2952750" cy="490538"/>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52227" name="Rectangle 2"/>
          <p:cNvSpPr>
            <a:spLocks noRot="1" noTextEdit="1"/>
          </p:cNvSpPr>
          <p:nvPr>
            <p:ph type="sldImg"/>
          </p:nvPr>
        </p:nvSpPr>
        <p:spPr>
          <a:xfrm>
            <a:off x="952500" y="736600"/>
            <a:ext cx="4911725" cy="3684588"/>
          </a:xfrm>
          <a:ln/>
        </p:spPr>
      </p:sp>
      <p:sp>
        <p:nvSpPr>
          <p:cNvPr id="52228" name="Rectangle 3"/>
          <p:cNvSpPr>
            <a:spLocks noGrp="1"/>
          </p:cNvSpPr>
          <p:nvPr>
            <p:ph type="body" idx="1"/>
          </p:nvPr>
        </p:nvSpPr>
        <p:spPr>
          <a:xfrm>
            <a:off x="681038" y="4665663"/>
            <a:ext cx="5453062" cy="4421187"/>
          </a:xfrm>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7"/>
          <p:cNvSpPr txBox="1">
            <a:spLocks noGrp="1"/>
          </p:cNvSpPr>
          <p:nvPr>
            <p:ph type="sldNum" sz="quarter"/>
          </p:nvPr>
        </p:nvSpPr>
        <p:spPr>
          <a:xfrm>
            <a:off x="3860800" y="9331325"/>
            <a:ext cx="2952750" cy="490538"/>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53251" name="Rectangle 2"/>
          <p:cNvSpPr>
            <a:spLocks noRot="1" noTextEdit="1"/>
          </p:cNvSpPr>
          <p:nvPr>
            <p:ph type="sldImg"/>
          </p:nvPr>
        </p:nvSpPr>
        <p:spPr>
          <a:xfrm>
            <a:off x="952500" y="736600"/>
            <a:ext cx="4911725" cy="3684588"/>
          </a:xfrm>
          <a:ln/>
        </p:spPr>
      </p:sp>
      <p:sp>
        <p:nvSpPr>
          <p:cNvPr id="53252" name="Rectangle 3"/>
          <p:cNvSpPr>
            <a:spLocks noGrp="1"/>
          </p:cNvSpPr>
          <p:nvPr>
            <p:ph type="body" idx="1"/>
          </p:nvPr>
        </p:nvSpPr>
        <p:spPr>
          <a:xfrm>
            <a:off x="681038" y="4665663"/>
            <a:ext cx="5453062" cy="4421187"/>
          </a:xfrm>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7"/>
          <p:cNvSpPr txBox="1">
            <a:spLocks noGrp="1"/>
          </p:cNvSpPr>
          <p:nvPr>
            <p:ph type="sldNum" sz="quarter"/>
          </p:nvPr>
        </p:nvSpPr>
        <p:spPr>
          <a:xfrm>
            <a:off x="3860800" y="9331325"/>
            <a:ext cx="2952750" cy="490538"/>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54275" name="Rectangle 2"/>
          <p:cNvSpPr>
            <a:spLocks noTextEdit="1"/>
          </p:cNvSpPr>
          <p:nvPr>
            <p:ph type="sldImg"/>
          </p:nvPr>
        </p:nvSpPr>
        <p:spPr>
          <a:xfrm>
            <a:off x="952500" y="736600"/>
            <a:ext cx="4911725" cy="3684588"/>
          </a:xfrm>
          <a:solidFill>
            <a:srgbClr val="FFFFFF">
              <a:alpha val="100000"/>
            </a:srgbClr>
          </a:solidFill>
          <a:ln/>
        </p:spPr>
      </p:sp>
      <p:sp>
        <p:nvSpPr>
          <p:cNvPr id="54276" name="Rectangle 3"/>
          <p:cNvSpPr/>
          <p:nvPr>
            <p:ph type="body" idx="1"/>
          </p:nvPr>
        </p:nvSpPr>
        <p:spPr>
          <a:xfrm>
            <a:off x="681038" y="4665663"/>
            <a:ext cx="5453062" cy="4421187"/>
          </a:xfrm>
          <a:solidFill>
            <a:srgbClr val="FFFFFF">
              <a:alpha val="100000"/>
            </a:srgbClr>
          </a:solidFill>
          <a:ln>
            <a:solidFill>
              <a:srgbClr val="000000">
                <a:alpha val="100000"/>
              </a:srgbClr>
            </a:solidFill>
            <a:mite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7"/>
          <p:cNvSpPr txBox="1">
            <a:spLocks noGrp="1"/>
          </p:cNvSpPr>
          <p:nvPr>
            <p:ph type="sldNum" sz="quarter"/>
          </p:nvPr>
        </p:nvSpPr>
        <p:spPr>
          <a:xfrm>
            <a:off x="3860800" y="9331325"/>
            <a:ext cx="2952750" cy="490538"/>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55299" name="Rectangle 2"/>
          <p:cNvSpPr>
            <a:spLocks noRot="1" noTextEdit="1"/>
          </p:cNvSpPr>
          <p:nvPr>
            <p:ph type="sldImg"/>
          </p:nvPr>
        </p:nvSpPr>
        <p:spPr>
          <a:xfrm>
            <a:off x="952500" y="736600"/>
            <a:ext cx="4911725" cy="3684588"/>
          </a:xfrm>
          <a:ln/>
        </p:spPr>
      </p:sp>
      <p:sp>
        <p:nvSpPr>
          <p:cNvPr id="55300" name="Rectangle 3"/>
          <p:cNvSpPr>
            <a:spLocks noGrp="1"/>
          </p:cNvSpPr>
          <p:nvPr>
            <p:ph type="body" idx="1"/>
          </p:nvPr>
        </p:nvSpPr>
        <p:spPr>
          <a:xfrm>
            <a:off x="681038" y="4665663"/>
            <a:ext cx="5453062" cy="4421187"/>
          </a:xfrm>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7"/>
          <p:cNvSpPr txBox="1">
            <a:spLocks noGrp="1"/>
          </p:cNvSpPr>
          <p:nvPr>
            <p:ph type="sldNum" sz="quarter"/>
          </p:nvPr>
        </p:nvSpPr>
        <p:spPr>
          <a:xfrm>
            <a:off x="3860800" y="9331325"/>
            <a:ext cx="2952750" cy="490538"/>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56323" name="Rectangle 2"/>
          <p:cNvSpPr>
            <a:spLocks noTextEdit="1"/>
          </p:cNvSpPr>
          <p:nvPr>
            <p:ph type="sldImg"/>
          </p:nvPr>
        </p:nvSpPr>
        <p:spPr>
          <a:xfrm>
            <a:off x="952500" y="736600"/>
            <a:ext cx="4911725" cy="3684588"/>
          </a:xfrm>
          <a:solidFill>
            <a:srgbClr val="FFFFFF">
              <a:alpha val="100000"/>
            </a:srgbClr>
          </a:solidFill>
          <a:ln/>
        </p:spPr>
      </p:sp>
      <p:sp>
        <p:nvSpPr>
          <p:cNvPr id="56324" name="Rectangle 3"/>
          <p:cNvSpPr/>
          <p:nvPr>
            <p:ph type="body" idx="1"/>
          </p:nvPr>
        </p:nvSpPr>
        <p:spPr>
          <a:xfrm>
            <a:off x="681038" y="4665663"/>
            <a:ext cx="5453062" cy="4421187"/>
          </a:xfrm>
          <a:solidFill>
            <a:srgbClr val="FFFFFF">
              <a:alpha val="100000"/>
            </a:srgbClr>
          </a:solidFill>
          <a:ln>
            <a:solidFill>
              <a:srgbClr val="000000">
                <a:alpha val="100000"/>
              </a:srgbClr>
            </a:solidFill>
            <a:mite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7"/>
          <p:cNvSpPr txBox="1">
            <a:spLocks noGrp="1"/>
          </p:cNvSpPr>
          <p:nvPr>
            <p:ph type="sldNum" sz="quarter"/>
          </p:nvPr>
        </p:nvSpPr>
        <p:spPr>
          <a:xfrm>
            <a:off x="3860800" y="9331325"/>
            <a:ext cx="2952750" cy="490538"/>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57347" name="Rectangle 2"/>
          <p:cNvSpPr>
            <a:spLocks noRot="1" noTextEdit="1"/>
          </p:cNvSpPr>
          <p:nvPr>
            <p:ph type="sldImg"/>
          </p:nvPr>
        </p:nvSpPr>
        <p:spPr>
          <a:xfrm>
            <a:off x="952500" y="736600"/>
            <a:ext cx="4911725" cy="3684588"/>
          </a:xfrm>
          <a:ln/>
        </p:spPr>
      </p:sp>
      <p:sp>
        <p:nvSpPr>
          <p:cNvPr id="57348" name="Rectangle 3"/>
          <p:cNvSpPr>
            <a:spLocks noGrp="1"/>
          </p:cNvSpPr>
          <p:nvPr>
            <p:ph type="body" idx="1"/>
          </p:nvPr>
        </p:nvSpPr>
        <p:spPr>
          <a:xfrm>
            <a:off x="681038" y="4665663"/>
            <a:ext cx="5453062" cy="4421187"/>
          </a:xfrm>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7"/>
          <p:cNvSpPr txBox="1">
            <a:spLocks noGrp="1"/>
          </p:cNvSpPr>
          <p:nvPr>
            <p:ph type="sldNum" sz="quarter"/>
          </p:nvPr>
        </p:nvSpPr>
        <p:spPr>
          <a:xfrm>
            <a:off x="3860800" y="9331325"/>
            <a:ext cx="2952750" cy="490538"/>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58371" name="Rectangle 2"/>
          <p:cNvSpPr>
            <a:spLocks noTextEdit="1"/>
          </p:cNvSpPr>
          <p:nvPr>
            <p:ph type="sldImg"/>
          </p:nvPr>
        </p:nvSpPr>
        <p:spPr>
          <a:xfrm>
            <a:off x="952500" y="736600"/>
            <a:ext cx="4911725" cy="3684588"/>
          </a:xfrm>
          <a:solidFill>
            <a:srgbClr val="FFFFFF">
              <a:alpha val="100000"/>
            </a:srgbClr>
          </a:solidFill>
          <a:ln/>
        </p:spPr>
      </p:sp>
      <p:sp>
        <p:nvSpPr>
          <p:cNvPr id="58372" name="Rectangle 3"/>
          <p:cNvSpPr/>
          <p:nvPr>
            <p:ph type="body" idx="1"/>
          </p:nvPr>
        </p:nvSpPr>
        <p:spPr>
          <a:xfrm>
            <a:off x="681038" y="4665663"/>
            <a:ext cx="5453062" cy="4421187"/>
          </a:xfrm>
          <a:solidFill>
            <a:srgbClr val="FFFFFF">
              <a:alpha val="100000"/>
            </a:srgbClr>
          </a:solidFill>
          <a:ln>
            <a:solidFill>
              <a:srgbClr val="000000">
                <a:alpha val="100000"/>
              </a:srgbClr>
            </a:solidFill>
            <a:mite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7"/>
          <p:cNvSpPr txBox="1">
            <a:spLocks noGrp="1"/>
          </p:cNvSpPr>
          <p:nvPr>
            <p:ph type="sldNum" sz="quarter"/>
          </p:nvPr>
        </p:nvSpPr>
        <p:spPr>
          <a:xfrm>
            <a:off x="3860800" y="9331325"/>
            <a:ext cx="2952750" cy="490538"/>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59395" name="Rectangle 2"/>
          <p:cNvSpPr>
            <a:spLocks noTextEdit="1"/>
          </p:cNvSpPr>
          <p:nvPr>
            <p:ph type="sldImg"/>
          </p:nvPr>
        </p:nvSpPr>
        <p:spPr>
          <a:xfrm>
            <a:off x="952500" y="736600"/>
            <a:ext cx="4911725" cy="3684588"/>
          </a:xfrm>
          <a:solidFill>
            <a:srgbClr val="FFFFFF">
              <a:alpha val="100000"/>
            </a:srgbClr>
          </a:solidFill>
          <a:ln/>
        </p:spPr>
      </p:sp>
      <p:sp>
        <p:nvSpPr>
          <p:cNvPr id="59396" name="Rectangle 3"/>
          <p:cNvSpPr/>
          <p:nvPr>
            <p:ph type="body" idx="1"/>
          </p:nvPr>
        </p:nvSpPr>
        <p:spPr>
          <a:xfrm>
            <a:off x="681038" y="4665663"/>
            <a:ext cx="5453062" cy="4421187"/>
          </a:xfrm>
          <a:solidFill>
            <a:srgbClr val="FFFFFF">
              <a:alpha val="100000"/>
            </a:srgbClr>
          </a:solidFill>
          <a:ln>
            <a:solidFill>
              <a:srgbClr val="000000">
                <a:alpha val="100000"/>
              </a:srgbClr>
            </a:solidFill>
            <a:mite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7"/>
          <p:cNvSpPr txBox="1">
            <a:spLocks noGrp="1"/>
          </p:cNvSpPr>
          <p:nvPr>
            <p:ph type="sldNum" sz="quarter"/>
          </p:nvPr>
        </p:nvSpPr>
        <p:spPr>
          <a:xfrm>
            <a:off x="3860800" y="9331325"/>
            <a:ext cx="2952750" cy="490538"/>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60419" name="Rectangle 2"/>
          <p:cNvSpPr>
            <a:spLocks noRot="1" noTextEdit="1"/>
          </p:cNvSpPr>
          <p:nvPr>
            <p:ph type="sldImg"/>
          </p:nvPr>
        </p:nvSpPr>
        <p:spPr>
          <a:xfrm>
            <a:off x="952500" y="736600"/>
            <a:ext cx="4911725" cy="3684588"/>
          </a:xfrm>
          <a:ln/>
        </p:spPr>
      </p:sp>
      <p:sp>
        <p:nvSpPr>
          <p:cNvPr id="60420" name="Rectangle 3"/>
          <p:cNvSpPr>
            <a:spLocks noGrp="1"/>
          </p:cNvSpPr>
          <p:nvPr>
            <p:ph type="body" idx="1"/>
          </p:nvPr>
        </p:nvSpPr>
        <p:spPr>
          <a:xfrm>
            <a:off x="681038" y="4665663"/>
            <a:ext cx="5453062" cy="4421187"/>
          </a:xfrm>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7"/>
          <p:cNvSpPr txBox="1">
            <a:spLocks noGrp="1"/>
          </p:cNvSpPr>
          <p:nvPr>
            <p:ph type="sldNum" sz="quarter"/>
          </p:nvPr>
        </p:nvSpPr>
        <p:spPr>
          <a:xfrm>
            <a:off x="3860800" y="9331325"/>
            <a:ext cx="2952750" cy="490538"/>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61443" name="Rectangle 2"/>
          <p:cNvSpPr>
            <a:spLocks noRot="1" noTextEdit="1"/>
          </p:cNvSpPr>
          <p:nvPr>
            <p:ph type="sldImg"/>
          </p:nvPr>
        </p:nvSpPr>
        <p:spPr>
          <a:xfrm>
            <a:off x="952500" y="736600"/>
            <a:ext cx="4911725" cy="3684588"/>
          </a:xfrm>
          <a:ln/>
        </p:spPr>
      </p:sp>
      <p:sp>
        <p:nvSpPr>
          <p:cNvPr id="61444" name="Rectangle 3"/>
          <p:cNvSpPr>
            <a:spLocks noGrp="1"/>
          </p:cNvSpPr>
          <p:nvPr>
            <p:ph type="body" idx="1"/>
          </p:nvPr>
        </p:nvSpPr>
        <p:spPr>
          <a:xfrm>
            <a:off x="681038" y="4665663"/>
            <a:ext cx="5453062" cy="4421187"/>
          </a:xfrm>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7"/>
          <p:cNvSpPr txBox="1">
            <a:spLocks noGrp="1"/>
          </p:cNvSpPr>
          <p:nvPr>
            <p:ph type="sldNum" sz="quarter"/>
          </p:nvPr>
        </p:nvSpPr>
        <p:spPr>
          <a:xfrm>
            <a:off x="3860800" y="9331325"/>
            <a:ext cx="2952750" cy="490538"/>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62467" name="Rectangle 2"/>
          <p:cNvSpPr>
            <a:spLocks noRot="1" noTextEdit="1"/>
          </p:cNvSpPr>
          <p:nvPr>
            <p:ph type="sldImg"/>
          </p:nvPr>
        </p:nvSpPr>
        <p:spPr>
          <a:xfrm>
            <a:off x="952500" y="736600"/>
            <a:ext cx="4911725" cy="3684588"/>
          </a:xfrm>
          <a:ln/>
        </p:spPr>
      </p:sp>
      <p:sp>
        <p:nvSpPr>
          <p:cNvPr id="62468" name="Rectangle 3"/>
          <p:cNvSpPr>
            <a:spLocks noGrp="1"/>
          </p:cNvSpPr>
          <p:nvPr>
            <p:ph type="body" idx="1"/>
          </p:nvPr>
        </p:nvSpPr>
        <p:spPr>
          <a:xfrm>
            <a:off x="681038" y="4665663"/>
            <a:ext cx="5453062" cy="4421187"/>
          </a:xfrm>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7"/>
          <p:cNvSpPr txBox="1">
            <a:spLocks noGrp="1"/>
          </p:cNvSpPr>
          <p:nvPr>
            <p:ph type="sldNum" sz="quarter"/>
          </p:nvPr>
        </p:nvSpPr>
        <p:spPr>
          <a:xfrm>
            <a:off x="3860800" y="9331325"/>
            <a:ext cx="2952750" cy="490538"/>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63491" name="Rectangle 2"/>
          <p:cNvSpPr>
            <a:spLocks noRot="1" noTextEdit="1"/>
          </p:cNvSpPr>
          <p:nvPr>
            <p:ph type="sldImg"/>
          </p:nvPr>
        </p:nvSpPr>
        <p:spPr>
          <a:xfrm>
            <a:off x="952500" y="736600"/>
            <a:ext cx="4911725" cy="3684588"/>
          </a:xfrm>
          <a:ln/>
        </p:spPr>
      </p:sp>
      <p:sp>
        <p:nvSpPr>
          <p:cNvPr id="63492" name="Rectangle 3"/>
          <p:cNvSpPr>
            <a:spLocks noGrp="1"/>
          </p:cNvSpPr>
          <p:nvPr>
            <p:ph type="body" idx="1"/>
          </p:nvPr>
        </p:nvSpPr>
        <p:spPr>
          <a:xfrm>
            <a:off x="681038" y="4665663"/>
            <a:ext cx="5453062" cy="4421187"/>
          </a:xfrm>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7"/>
          <p:cNvSpPr txBox="1">
            <a:spLocks noGrp="1"/>
          </p:cNvSpPr>
          <p:nvPr>
            <p:ph type="sldNum" sz="quarter"/>
          </p:nvPr>
        </p:nvSpPr>
        <p:spPr>
          <a:xfrm>
            <a:off x="3860800" y="9331325"/>
            <a:ext cx="2952750" cy="490538"/>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64515" name="Rectangle 2"/>
          <p:cNvSpPr>
            <a:spLocks noTextEdit="1"/>
          </p:cNvSpPr>
          <p:nvPr>
            <p:ph type="sldImg"/>
          </p:nvPr>
        </p:nvSpPr>
        <p:spPr>
          <a:xfrm>
            <a:off x="952500" y="736600"/>
            <a:ext cx="4911725" cy="3684588"/>
          </a:xfrm>
          <a:solidFill>
            <a:srgbClr val="FFFFFF">
              <a:alpha val="100000"/>
            </a:srgbClr>
          </a:solidFill>
          <a:ln/>
        </p:spPr>
      </p:sp>
      <p:sp>
        <p:nvSpPr>
          <p:cNvPr id="64516" name="Rectangle 3"/>
          <p:cNvSpPr/>
          <p:nvPr>
            <p:ph type="body" idx="1"/>
          </p:nvPr>
        </p:nvSpPr>
        <p:spPr>
          <a:xfrm>
            <a:off x="681038" y="4665663"/>
            <a:ext cx="5453062" cy="4421187"/>
          </a:xfrm>
          <a:solidFill>
            <a:srgbClr val="FFFFFF">
              <a:alpha val="100000"/>
            </a:srgbClr>
          </a:solidFill>
          <a:ln>
            <a:solidFill>
              <a:srgbClr val="000000">
                <a:alpha val="100000"/>
              </a:srgbClr>
            </a:solidFill>
            <a:mite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7"/>
          <p:cNvSpPr txBox="1">
            <a:spLocks noGrp="1"/>
          </p:cNvSpPr>
          <p:nvPr>
            <p:ph type="sldNum" sz="quarter"/>
          </p:nvPr>
        </p:nvSpPr>
        <p:spPr>
          <a:xfrm>
            <a:off x="3860800" y="9331325"/>
            <a:ext cx="2952750" cy="490538"/>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65539" name="Rectangle 2"/>
          <p:cNvSpPr>
            <a:spLocks noRot="1" noTextEdit="1"/>
          </p:cNvSpPr>
          <p:nvPr>
            <p:ph type="sldImg"/>
          </p:nvPr>
        </p:nvSpPr>
        <p:spPr>
          <a:xfrm>
            <a:off x="952500" y="736600"/>
            <a:ext cx="4911725" cy="3684588"/>
          </a:xfrm>
          <a:ln/>
        </p:spPr>
      </p:sp>
      <p:sp>
        <p:nvSpPr>
          <p:cNvPr id="65540" name="Rectangle 3"/>
          <p:cNvSpPr>
            <a:spLocks noGrp="1"/>
          </p:cNvSpPr>
          <p:nvPr>
            <p:ph type="body" idx="1"/>
          </p:nvPr>
        </p:nvSpPr>
        <p:spPr>
          <a:xfrm>
            <a:off x="681038" y="4665663"/>
            <a:ext cx="5453062" cy="4421187"/>
          </a:xfrm>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7"/>
          <p:cNvSpPr txBox="1">
            <a:spLocks noGrp="1"/>
          </p:cNvSpPr>
          <p:nvPr>
            <p:ph type="sldNum" sz="quarter"/>
          </p:nvPr>
        </p:nvSpPr>
        <p:spPr>
          <a:xfrm>
            <a:off x="3860800" y="9331325"/>
            <a:ext cx="2952750" cy="490538"/>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66563" name="Rectangle 2"/>
          <p:cNvSpPr>
            <a:spLocks noRot="1" noTextEdit="1"/>
          </p:cNvSpPr>
          <p:nvPr>
            <p:ph type="sldImg"/>
          </p:nvPr>
        </p:nvSpPr>
        <p:spPr>
          <a:xfrm>
            <a:off x="952500" y="736600"/>
            <a:ext cx="4911725" cy="3684588"/>
          </a:xfrm>
          <a:ln/>
        </p:spPr>
      </p:sp>
      <p:sp>
        <p:nvSpPr>
          <p:cNvPr id="66564" name="Rectangle 3"/>
          <p:cNvSpPr>
            <a:spLocks noGrp="1"/>
          </p:cNvSpPr>
          <p:nvPr>
            <p:ph type="body" idx="1"/>
          </p:nvPr>
        </p:nvSpPr>
        <p:spPr>
          <a:xfrm>
            <a:off x="681038" y="4665663"/>
            <a:ext cx="5453062" cy="4421187"/>
          </a:xfrm>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7"/>
          <p:cNvSpPr txBox="1">
            <a:spLocks noGrp="1"/>
          </p:cNvSpPr>
          <p:nvPr>
            <p:ph type="sldNum" sz="quarter"/>
          </p:nvPr>
        </p:nvSpPr>
        <p:spPr>
          <a:xfrm>
            <a:off x="3860800" y="9331325"/>
            <a:ext cx="2952750" cy="490538"/>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67587" name="Rectangle 2"/>
          <p:cNvSpPr>
            <a:spLocks noRot="1" noTextEdit="1"/>
          </p:cNvSpPr>
          <p:nvPr>
            <p:ph type="sldImg"/>
          </p:nvPr>
        </p:nvSpPr>
        <p:spPr>
          <a:xfrm>
            <a:off x="952500" y="736600"/>
            <a:ext cx="4911725" cy="3684588"/>
          </a:xfrm>
          <a:ln/>
        </p:spPr>
      </p:sp>
      <p:sp>
        <p:nvSpPr>
          <p:cNvPr id="67588" name="Rectangle 3"/>
          <p:cNvSpPr>
            <a:spLocks noGrp="1"/>
          </p:cNvSpPr>
          <p:nvPr>
            <p:ph type="body" idx="1"/>
          </p:nvPr>
        </p:nvSpPr>
        <p:spPr>
          <a:xfrm>
            <a:off x="681038" y="4665663"/>
            <a:ext cx="5453062" cy="4421187"/>
          </a:xfrm>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7"/>
          <p:cNvSpPr txBox="1">
            <a:spLocks noGrp="1"/>
          </p:cNvSpPr>
          <p:nvPr>
            <p:ph type="sldNum" sz="quarter"/>
          </p:nvPr>
        </p:nvSpPr>
        <p:spPr>
          <a:xfrm>
            <a:off x="3860800" y="9331325"/>
            <a:ext cx="2952750" cy="490538"/>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68611" name="Rectangle 2"/>
          <p:cNvSpPr>
            <a:spLocks noRot="1" noTextEdit="1"/>
          </p:cNvSpPr>
          <p:nvPr>
            <p:ph type="sldImg"/>
          </p:nvPr>
        </p:nvSpPr>
        <p:spPr>
          <a:xfrm>
            <a:off x="952500" y="736600"/>
            <a:ext cx="4911725" cy="3684588"/>
          </a:xfrm>
          <a:ln/>
        </p:spPr>
      </p:sp>
      <p:sp>
        <p:nvSpPr>
          <p:cNvPr id="68612" name="Rectangle 3"/>
          <p:cNvSpPr>
            <a:spLocks noGrp="1"/>
          </p:cNvSpPr>
          <p:nvPr>
            <p:ph type="body" idx="1"/>
          </p:nvPr>
        </p:nvSpPr>
        <p:spPr>
          <a:xfrm>
            <a:off x="681038" y="4665663"/>
            <a:ext cx="5453062" cy="4421187"/>
          </a:xfrm>
          <a:ln/>
        </p:spPr>
        <p:txBody>
          <a:bodyPr wrap="square" lIns="91440" tIns="45720" rIns="91440" bIns="45720" anchor="t" anchorCtr="0"/>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9" name="AutoShape 2"/>
          <p:cNvSpPr>
            <a:spLocks noChangeArrowheads="1"/>
          </p:cNvSpPr>
          <p:nvPr/>
        </p:nvSpPr>
        <p:spPr bwMode="auto">
          <a:xfrm>
            <a:off x="228600" y="381000"/>
            <a:ext cx="8686800" cy="5638800"/>
          </a:xfrm>
          <a:prstGeom prst="roundRect">
            <a:avLst>
              <a:gd name="adj" fmla="val 7912"/>
            </a:avLst>
          </a:pr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 name="AutoShape 3"/>
          <p:cNvSpPr>
            <a:spLocks noChangeArrowheads="1"/>
          </p:cNvSpPr>
          <p:nvPr/>
        </p:nvSpPr>
        <p:spPr bwMode="white">
          <a:xfrm>
            <a:off x="304800" y="457200"/>
            <a:ext cx="8534400" cy="5486400"/>
          </a:xfrm>
          <a:prstGeom prst="roundRect">
            <a:avLst>
              <a:gd name="adj" fmla="val 7310"/>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0709" name="Rectangle 5"/>
          <p:cNvSpPr>
            <a:spLocks noGrp="1" noChangeArrowheads="1"/>
          </p:cNvSpPr>
          <p:nvPr>
            <p:ph type="ctrTitle"/>
          </p:nvPr>
        </p:nvSpPr>
        <p:spPr>
          <a:xfrm>
            <a:off x="685800" y="857250"/>
            <a:ext cx="7772400" cy="2266950"/>
          </a:xfrm>
        </p:spPr>
        <p:txBody>
          <a:bodyPr anchor="ctr" anchorCtr="1"/>
          <a:lstStyle>
            <a:lvl1pPr algn="ctr">
              <a:defRPr sz="4900"/>
            </a:lvl1pPr>
          </a:lstStyle>
          <a:p>
            <a:r>
              <a:rPr lang="zh-CN" altLang="en-US"/>
              <a:t>单击此处编辑母版标题样式</a:t>
            </a:r>
            <a:endParaRPr lang="zh-CN" altLang="en-US"/>
          </a:p>
        </p:txBody>
      </p:sp>
      <p:sp>
        <p:nvSpPr>
          <p:cNvPr id="200710" name="Rectangle 6"/>
          <p:cNvSpPr>
            <a:spLocks noGrp="1" noChangeArrowheads="1"/>
          </p:cNvSpPr>
          <p:nvPr>
            <p:ph type="subTitle" idx="1"/>
          </p:nvPr>
        </p:nvSpPr>
        <p:spPr>
          <a:xfrm>
            <a:off x="1752600" y="3657600"/>
            <a:ext cx="5410200" cy="1905000"/>
          </a:xfrm>
        </p:spPr>
        <p:txBody>
          <a:bodyPr anchor="ctr"/>
          <a:lstStyle>
            <a:lvl1pPr marL="0" indent="0" algn="ctr">
              <a:buFont typeface="Wingdings" panose="05000000000000000000" pitchFamily="2" charset="2"/>
              <a:buNone/>
              <a:defRPr sz="3300"/>
            </a:lvl1pPr>
          </a:lstStyle>
          <a:p>
            <a:r>
              <a:rPr lang="zh-CN" altLang="en-US"/>
              <a:t>单击此处编辑母版副标题样式</a:t>
            </a:r>
            <a:endParaRPr lang="zh-CN" altLang="en-US"/>
          </a:p>
        </p:txBody>
      </p:sp>
      <p:sp>
        <p:nvSpPr>
          <p:cNvPr id="11" name="Rectangle 7"/>
          <p:cNvSpPr>
            <a:spLocks noGrp="1" noChangeArrowheads="1"/>
          </p:cNvSpPr>
          <p:nvPr>
            <p:ph type="dt" sz="half" idx="2"/>
          </p:nvPr>
        </p:nvSpPr>
        <p:spPr bwMode="auto">
          <a:xfrm>
            <a:off x="762000" y="6391275"/>
            <a:ext cx="20574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 name="Rectangle 8"/>
          <p:cNvSpPr>
            <a:spLocks noGrp="1" noChangeArrowheads="1"/>
          </p:cNvSpPr>
          <p:nvPr>
            <p:ph type="ftr" sz="quarter" idx="3"/>
          </p:nvPr>
        </p:nvSpPr>
        <p:spPr bwMode="auto">
          <a:xfrm>
            <a:off x="3352800" y="6391275"/>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 name="Rectangle 9"/>
          <p:cNvSpPr>
            <a:spLocks noGrp="1" noChangeArrowheads="1"/>
          </p:cNvSpPr>
          <p:nvPr>
            <p:ph type="sldNum" sz="quarter" idx="4"/>
          </p:nvPr>
        </p:nvSpPr>
        <p:spPr bwMode="auto">
          <a:xfrm>
            <a:off x="6858000" y="6391275"/>
            <a:ext cx="1600200" cy="457200"/>
          </a:xfrm>
          <a:prstGeom prst="rect">
            <a:avLst/>
          </a:prstGeom>
          <a:ln>
            <a:miter lim="800000"/>
          </a:ln>
        </p:spPr>
        <p:txBody>
          <a:bodyPr vert="horz" wrap="square" lIns="91440" tIns="45720" rIns="91440" bIns="45720" numCol="1" anchor="t" anchorCtr="0" compatLnSpc="1"/>
          <a:p>
            <a:pPr algn="ctr">
              <a:buNone/>
            </a:pPr>
            <a:fld id="{9A0DB2DC-4C9A-4742-B13C-FB6460FD3503}" type="slidenum">
              <a:rPr lang="en-US" altLang="zh-CN" dirty="0"/>
            </a:fld>
            <a:endParaRPr lang="en-US" altLang="zh-CN" dirty="0"/>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762000" y="1295400"/>
            <a:ext cx="37719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86300" y="1295400"/>
            <a:ext cx="37719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0000"/>
              <a:buFont typeface="Wingdings" panose="05000000000000000000" pitchFamily="2" charset="2"/>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34150" y="447675"/>
            <a:ext cx="1924050" cy="54959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762000" y="447675"/>
            <a:ext cx="5619750" cy="54959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762000" y="447675"/>
            <a:ext cx="7696200" cy="6096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762000" y="1295400"/>
            <a:ext cx="3771900" cy="4648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86300" y="1295400"/>
            <a:ext cx="3771900" cy="4648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762000" y="447675"/>
            <a:ext cx="7696200" cy="6096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762000" y="1295400"/>
            <a:ext cx="7696200" cy="22479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762000" y="3695700"/>
            <a:ext cx="7696200" cy="22479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762000" y="447675"/>
            <a:ext cx="7696200" cy="609600"/>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1027" name="Rectangle 3"/>
          <p:cNvSpPr>
            <a:spLocks noGrp="1"/>
          </p:cNvSpPr>
          <p:nvPr>
            <p:ph type="body" idx="1"/>
          </p:nvPr>
        </p:nvSpPr>
        <p:spPr>
          <a:xfrm>
            <a:off x="762000" y="1295400"/>
            <a:ext cx="7696200" cy="46482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99684" name="Rectangle 4"/>
          <p:cNvSpPr>
            <a:spLocks noGrp="1" noChangeArrowheads="1"/>
          </p:cNvSpPr>
          <p:nvPr>
            <p:ph type="dt" sz="half" idx="2"/>
          </p:nvPr>
        </p:nvSpPr>
        <p:spPr bwMode="auto">
          <a:xfrm>
            <a:off x="762000" y="6391275"/>
            <a:ext cx="2057400" cy="45720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9685" name="Rectangle 5"/>
          <p:cNvSpPr>
            <a:spLocks noGrp="1" noChangeArrowheads="1"/>
          </p:cNvSpPr>
          <p:nvPr>
            <p:ph type="ftr" sz="quarter" idx="3"/>
          </p:nvPr>
        </p:nvSpPr>
        <p:spPr bwMode="auto">
          <a:xfrm>
            <a:off x="3352800" y="6403975"/>
            <a:ext cx="2895600" cy="45720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9686" name="Rectangle 6"/>
          <p:cNvSpPr>
            <a:spLocks noGrp="1" noChangeArrowheads="1"/>
          </p:cNvSpPr>
          <p:nvPr>
            <p:ph type="sldNum" sz="quarter" idx="4"/>
          </p:nvPr>
        </p:nvSpPr>
        <p:spPr bwMode="auto">
          <a:xfrm>
            <a:off x="6858000" y="6400800"/>
            <a:ext cx="1600200" cy="457200"/>
          </a:xfrm>
          <a:prstGeom prst="rect">
            <a:avLst/>
          </a:prstGeom>
          <a:noFill/>
          <a:ln w="9525">
            <a:noFill/>
            <a:miter lim="800000"/>
          </a:ln>
          <a:effectLst/>
        </p:spPr>
        <p:txBody>
          <a:bodyPr vert="horz" wrap="square" lIns="91440" tIns="45720" rIns="91440" bIns="45720" numCol="1" anchor="t" anchorCtr="0" compatLnSpc="1"/>
          <a:lstStyle>
            <a:lvl1pPr algn="ctr">
              <a:defRPr sz="1400"/>
            </a:lvl1p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
        <p:nvSpPr>
          <p:cNvPr id="1031" name="AutoShape 8"/>
          <p:cNvSpPr>
            <a:spLocks noChangeArrowheads="1"/>
          </p:cNvSpPr>
          <p:nvPr/>
        </p:nvSpPr>
        <p:spPr bwMode="auto">
          <a:xfrm>
            <a:off x="168275" y="228600"/>
            <a:ext cx="8823325" cy="6096000"/>
          </a:xfrm>
          <a:prstGeom prst="roundRect">
            <a:avLst>
              <a:gd name="adj" fmla="val 11046"/>
            </a:avLst>
          </a:prstGeom>
          <a:noFill/>
          <a:ln w="3175" cap="rnd">
            <a:solidFill>
              <a:srgbClr val="000000"/>
            </a:solidFill>
            <a:prstDash val="sysDot"/>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2" name="Line 9"/>
          <p:cNvSpPr/>
          <p:nvPr/>
        </p:nvSpPr>
        <p:spPr>
          <a:xfrm>
            <a:off x="762000" y="1219200"/>
            <a:ext cx="7696200" cy="0"/>
          </a:xfrm>
          <a:prstGeom prst="line">
            <a:avLst/>
          </a:prstGeom>
          <a:ln w="3175" cap="rnd" cmpd="sng">
            <a:solidFill>
              <a:srgbClr val="000000"/>
            </a:solidFill>
            <a:prstDash val="sysDot"/>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random/>
  </p:transition>
  <p:hf sldNum="0" hdr="0" ftr="0" dt="0"/>
  <p:txStyles>
    <p:titleStyle>
      <a:lvl1pPr algn="l" rtl="0" eaLnBrk="0" fontAlgn="base" hangingPunct="0">
        <a:spcBef>
          <a:spcPct val="0"/>
        </a:spcBef>
        <a:spcAft>
          <a:spcPct val="0"/>
        </a:spcAft>
        <a:defRPr sz="3300" b="1">
          <a:solidFill>
            <a:srgbClr val="000066"/>
          </a:solidFill>
          <a:latin typeface="+mj-lt"/>
          <a:ea typeface="+mj-ea"/>
          <a:cs typeface="+mj-cs"/>
        </a:defRPr>
      </a:lvl1pPr>
      <a:lvl2pPr algn="l" rtl="0" eaLnBrk="0" fontAlgn="base" hangingPunct="0">
        <a:spcBef>
          <a:spcPct val="0"/>
        </a:spcBef>
        <a:spcAft>
          <a:spcPct val="0"/>
        </a:spcAft>
        <a:defRPr sz="3300" b="1">
          <a:solidFill>
            <a:srgbClr val="000066"/>
          </a:solidFill>
          <a:latin typeface="Arial Black" panose="020B0A04020102020204" pitchFamily="34" charset="0"/>
          <a:ea typeface="宋体" panose="02010600030101010101" pitchFamily="2" charset="-122"/>
        </a:defRPr>
      </a:lvl2pPr>
      <a:lvl3pPr algn="l" rtl="0" eaLnBrk="0" fontAlgn="base" hangingPunct="0">
        <a:spcBef>
          <a:spcPct val="0"/>
        </a:spcBef>
        <a:spcAft>
          <a:spcPct val="0"/>
        </a:spcAft>
        <a:defRPr sz="3300" b="1">
          <a:solidFill>
            <a:srgbClr val="000066"/>
          </a:solidFill>
          <a:latin typeface="Arial Black" panose="020B0A04020102020204" pitchFamily="34" charset="0"/>
          <a:ea typeface="宋体" panose="02010600030101010101" pitchFamily="2" charset="-122"/>
        </a:defRPr>
      </a:lvl3pPr>
      <a:lvl4pPr algn="l" rtl="0" eaLnBrk="0" fontAlgn="base" hangingPunct="0">
        <a:spcBef>
          <a:spcPct val="0"/>
        </a:spcBef>
        <a:spcAft>
          <a:spcPct val="0"/>
        </a:spcAft>
        <a:defRPr sz="3300" b="1">
          <a:solidFill>
            <a:srgbClr val="000066"/>
          </a:solidFill>
          <a:latin typeface="Arial Black" panose="020B0A04020102020204" pitchFamily="34" charset="0"/>
          <a:ea typeface="宋体" panose="02010600030101010101" pitchFamily="2" charset="-122"/>
        </a:defRPr>
      </a:lvl4pPr>
      <a:lvl5pPr algn="l" rtl="0" eaLnBrk="0" fontAlgn="base" hangingPunct="0">
        <a:spcBef>
          <a:spcPct val="0"/>
        </a:spcBef>
        <a:spcAft>
          <a:spcPct val="0"/>
        </a:spcAft>
        <a:defRPr sz="3300" b="1">
          <a:solidFill>
            <a:srgbClr val="000066"/>
          </a:solidFill>
          <a:latin typeface="Arial Black" panose="020B0A04020102020204" pitchFamily="34" charset="0"/>
          <a:ea typeface="宋体" panose="02010600030101010101" pitchFamily="2" charset="-122"/>
        </a:defRPr>
      </a:lvl5pPr>
      <a:lvl6pPr marL="457200" algn="l" rtl="0" fontAlgn="base">
        <a:spcBef>
          <a:spcPct val="0"/>
        </a:spcBef>
        <a:spcAft>
          <a:spcPct val="0"/>
        </a:spcAft>
        <a:defRPr sz="3300" b="1">
          <a:solidFill>
            <a:srgbClr val="000066"/>
          </a:solidFill>
          <a:latin typeface="Arial Black" panose="020B0A04020102020204" pitchFamily="34" charset="0"/>
          <a:ea typeface="宋体" panose="02010600030101010101" pitchFamily="2" charset="-122"/>
        </a:defRPr>
      </a:lvl6pPr>
      <a:lvl7pPr marL="914400" algn="l" rtl="0" fontAlgn="base">
        <a:spcBef>
          <a:spcPct val="0"/>
        </a:spcBef>
        <a:spcAft>
          <a:spcPct val="0"/>
        </a:spcAft>
        <a:defRPr sz="3300" b="1">
          <a:solidFill>
            <a:srgbClr val="000066"/>
          </a:solidFill>
          <a:latin typeface="Arial Black" panose="020B0A04020102020204" pitchFamily="34" charset="0"/>
          <a:ea typeface="宋体" panose="02010600030101010101" pitchFamily="2" charset="-122"/>
        </a:defRPr>
      </a:lvl7pPr>
      <a:lvl8pPr marL="1371600" algn="l" rtl="0" fontAlgn="base">
        <a:spcBef>
          <a:spcPct val="0"/>
        </a:spcBef>
        <a:spcAft>
          <a:spcPct val="0"/>
        </a:spcAft>
        <a:defRPr sz="3300" b="1">
          <a:solidFill>
            <a:srgbClr val="000066"/>
          </a:solidFill>
          <a:latin typeface="Arial Black" panose="020B0A04020102020204" pitchFamily="34" charset="0"/>
          <a:ea typeface="宋体" panose="02010600030101010101" pitchFamily="2" charset="-122"/>
        </a:defRPr>
      </a:lvl8pPr>
      <a:lvl9pPr marL="1828800" algn="l" rtl="0" fontAlgn="base">
        <a:spcBef>
          <a:spcPct val="0"/>
        </a:spcBef>
        <a:spcAft>
          <a:spcPct val="0"/>
        </a:spcAft>
        <a:defRPr sz="3300" b="1">
          <a:solidFill>
            <a:srgbClr val="000066"/>
          </a:solidFill>
          <a:latin typeface="Arial Black" panose="020B0A040201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0000"/>
        <a:buFont typeface="Wingdings" panose="05000000000000000000" pitchFamily="2" charset="2"/>
        <a:buChar char="l"/>
        <a:defRPr sz="31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Ø"/>
        <a:defRPr sz="2600" b="1">
          <a:solidFill>
            <a:schemeClr val="tx1"/>
          </a:solidFill>
          <a:latin typeface="+mn-lt"/>
          <a:ea typeface="+mn-ea"/>
        </a:defRPr>
      </a:lvl2pPr>
      <a:lvl3pPr marL="1143000" indent="-228600" algn="l" rtl="0" eaLnBrk="0" fontAlgn="base" hangingPunct="0">
        <a:spcBef>
          <a:spcPct val="20000"/>
        </a:spcBef>
        <a:spcAft>
          <a:spcPct val="0"/>
        </a:spcAft>
        <a:buClr>
          <a:schemeClr val="tx1"/>
        </a:buClr>
        <a:buSzPct val="150000"/>
        <a:buChar char="•"/>
        <a:defRPr sz="2200" b="1">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150000"/>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150000"/>
        <a:buChar char="•"/>
        <a:defRPr sz="2000" b="1">
          <a:solidFill>
            <a:schemeClr val="tx1"/>
          </a:solidFill>
          <a:latin typeface="+mn-lt"/>
          <a:ea typeface="+mn-ea"/>
        </a:defRPr>
      </a:lvl5pPr>
      <a:lvl6pPr marL="2514600" indent="-228600" algn="l" rtl="0" fontAlgn="base">
        <a:spcBef>
          <a:spcPct val="20000"/>
        </a:spcBef>
        <a:spcAft>
          <a:spcPct val="0"/>
        </a:spcAft>
        <a:buClr>
          <a:schemeClr val="folHlink"/>
        </a:buClr>
        <a:buSzPct val="150000"/>
        <a:buChar char="•"/>
        <a:defRPr sz="2000" b="1">
          <a:solidFill>
            <a:schemeClr val="tx1"/>
          </a:solidFill>
          <a:latin typeface="+mn-lt"/>
          <a:ea typeface="+mn-ea"/>
        </a:defRPr>
      </a:lvl6pPr>
      <a:lvl7pPr marL="2971800" indent="-228600" algn="l" rtl="0" fontAlgn="base">
        <a:spcBef>
          <a:spcPct val="20000"/>
        </a:spcBef>
        <a:spcAft>
          <a:spcPct val="0"/>
        </a:spcAft>
        <a:buClr>
          <a:schemeClr val="folHlink"/>
        </a:buClr>
        <a:buSzPct val="150000"/>
        <a:buChar char="•"/>
        <a:defRPr sz="2000" b="1">
          <a:solidFill>
            <a:schemeClr val="tx1"/>
          </a:solidFill>
          <a:latin typeface="+mn-lt"/>
          <a:ea typeface="+mn-ea"/>
        </a:defRPr>
      </a:lvl7pPr>
      <a:lvl8pPr marL="3429000" indent="-228600" algn="l" rtl="0" fontAlgn="base">
        <a:spcBef>
          <a:spcPct val="20000"/>
        </a:spcBef>
        <a:spcAft>
          <a:spcPct val="0"/>
        </a:spcAft>
        <a:buClr>
          <a:schemeClr val="folHlink"/>
        </a:buClr>
        <a:buSzPct val="150000"/>
        <a:buChar char="•"/>
        <a:defRPr sz="2000" b="1">
          <a:solidFill>
            <a:schemeClr val="tx1"/>
          </a:solidFill>
          <a:latin typeface="+mn-lt"/>
          <a:ea typeface="+mn-ea"/>
        </a:defRPr>
      </a:lvl8pPr>
      <a:lvl9pPr marL="3886200" indent="-228600" algn="l" rtl="0" fontAlgn="base">
        <a:spcBef>
          <a:spcPct val="20000"/>
        </a:spcBef>
        <a:spcAft>
          <a:spcPct val="0"/>
        </a:spcAft>
        <a:buClr>
          <a:schemeClr val="folHlink"/>
        </a:buClr>
        <a:buSzPct val="150000"/>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Rectangle 2"/>
          <p:cNvSpPr>
            <a:spLocks noGrp="1"/>
          </p:cNvSpPr>
          <p:nvPr>
            <p:ph type="ctrTitle"/>
          </p:nvPr>
        </p:nvSpPr>
        <p:spPr>
          <a:xfrm>
            <a:off x="762000" y="2286000"/>
            <a:ext cx="7772400" cy="1549400"/>
          </a:xfrm>
          <a:ln/>
        </p:spPr>
        <p:txBody>
          <a:bodyPr vert="horz" wrap="square" lIns="91440" tIns="45720" rIns="91440" bIns="45720" anchor="ctr" anchorCtr="1"/>
          <a:p>
            <a:pPr eaLnBrk="1" hangingPunct="1">
              <a:buClrTx/>
              <a:buSzTx/>
              <a:buFontTx/>
            </a:pPr>
            <a:r>
              <a:rPr lang="zh-CN" altLang="en-US" sz="4800" dirty="0">
                <a:latin typeface="微软雅黑" panose="020B0503020204020204" charset="-122"/>
                <a:ea typeface="微软雅黑" panose="020B0503020204020204" charset="-122"/>
                <a:cs typeface="微软雅黑" panose="020B0503020204020204" charset="-122"/>
              </a:rPr>
              <a:t>测试</a:t>
            </a:r>
            <a:r>
              <a:rPr lang="en-US" altLang="zh-CN" sz="4800" dirty="0">
                <a:latin typeface="微软雅黑" panose="020B0503020204020204" charset="-122"/>
                <a:ea typeface="微软雅黑" panose="020B0503020204020204" charset="-122"/>
                <a:cs typeface="微软雅黑" panose="020B0503020204020204" charset="-122"/>
              </a:rPr>
              <a:t>——</a:t>
            </a:r>
            <a:r>
              <a:rPr lang="zh-CN" altLang="en-US" sz="4800" dirty="0">
                <a:latin typeface="微软雅黑" panose="020B0503020204020204" charset="-122"/>
                <a:ea typeface="微软雅黑" panose="020B0503020204020204" charset="-122"/>
                <a:cs typeface="微软雅黑" panose="020B0503020204020204" charset="-122"/>
              </a:rPr>
              <a:t>软件测试计划</a:t>
            </a:r>
            <a:endParaRPr lang="zh-CN" altLang="en-US" sz="4800" dirty="0">
              <a:latin typeface="微软雅黑" panose="020B0503020204020204" charset="-122"/>
              <a:ea typeface="微软雅黑" panose="020B0503020204020204" charset="-122"/>
              <a:cs typeface="微软雅黑" panose="020B0503020204020204" charset="-122"/>
            </a:endParaRPr>
          </a:p>
        </p:txBody>
      </p:sp>
      <p:sp>
        <p:nvSpPr>
          <p:cNvPr id="2" name="Rectangle 2"/>
          <p:cNvSpPr>
            <a:spLocks noGrp="1"/>
          </p:cNvSpPr>
          <p:nvPr/>
        </p:nvSpPr>
        <p:spPr>
          <a:xfrm>
            <a:off x="762000" y="762000"/>
            <a:ext cx="7772400" cy="1365885"/>
          </a:xfrm>
          <a:prstGeom prst="rect">
            <a:avLst/>
          </a:prstGeom>
          <a:noFill/>
          <a:ln w="9525">
            <a:noFill/>
          </a:ln>
        </p:spPr>
        <p:txBody>
          <a:bodyPr vert="horz" wrap="square" lIns="91440" tIns="45720" rIns="91440" bIns="45720" anchor="ctr" anchorCtr="1"/>
          <a:lstStyle>
            <a:lvl1pPr algn="ctr" rtl="0" eaLnBrk="0" fontAlgn="base" hangingPunct="0">
              <a:spcBef>
                <a:spcPct val="0"/>
              </a:spcBef>
              <a:spcAft>
                <a:spcPct val="0"/>
              </a:spcAft>
              <a:defRPr sz="4900" b="1">
                <a:solidFill>
                  <a:srgbClr val="000066"/>
                </a:solidFill>
                <a:latin typeface="+mj-lt"/>
                <a:ea typeface="+mj-ea"/>
                <a:cs typeface="+mj-cs"/>
              </a:defRPr>
            </a:lvl1pPr>
            <a:lvl2pPr algn="l" rtl="0" eaLnBrk="0" fontAlgn="base" hangingPunct="0">
              <a:spcBef>
                <a:spcPct val="0"/>
              </a:spcBef>
              <a:spcAft>
                <a:spcPct val="0"/>
              </a:spcAft>
              <a:defRPr sz="3300" b="1">
                <a:solidFill>
                  <a:srgbClr val="000066"/>
                </a:solidFill>
                <a:latin typeface="Arial Black" panose="020B0A04020102020204" pitchFamily="34" charset="0"/>
                <a:ea typeface="宋体" panose="02010600030101010101" pitchFamily="2" charset="-122"/>
              </a:defRPr>
            </a:lvl2pPr>
            <a:lvl3pPr algn="l" rtl="0" eaLnBrk="0" fontAlgn="base" hangingPunct="0">
              <a:spcBef>
                <a:spcPct val="0"/>
              </a:spcBef>
              <a:spcAft>
                <a:spcPct val="0"/>
              </a:spcAft>
              <a:defRPr sz="3300" b="1">
                <a:solidFill>
                  <a:srgbClr val="000066"/>
                </a:solidFill>
                <a:latin typeface="Arial Black" panose="020B0A04020102020204" pitchFamily="34" charset="0"/>
                <a:ea typeface="宋体" panose="02010600030101010101" pitchFamily="2" charset="-122"/>
              </a:defRPr>
            </a:lvl3pPr>
            <a:lvl4pPr algn="l" rtl="0" eaLnBrk="0" fontAlgn="base" hangingPunct="0">
              <a:spcBef>
                <a:spcPct val="0"/>
              </a:spcBef>
              <a:spcAft>
                <a:spcPct val="0"/>
              </a:spcAft>
              <a:defRPr sz="3300" b="1">
                <a:solidFill>
                  <a:srgbClr val="000066"/>
                </a:solidFill>
                <a:latin typeface="Arial Black" panose="020B0A04020102020204" pitchFamily="34" charset="0"/>
                <a:ea typeface="宋体" panose="02010600030101010101" pitchFamily="2" charset="-122"/>
              </a:defRPr>
            </a:lvl4pPr>
            <a:lvl5pPr algn="l" rtl="0" eaLnBrk="0" fontAlgn="base" hangingPunct="0">
              <a:spcBef>
                <a:spcPct val="0"/>
              </a:spcBef>
              <a:spcAft>
                <a:spcPct val="0"/>
              </a:spcAft>
              <a:defRPr sz="3300" b="1">
                <a:solidFill>
                  <a:srgbClr val="000066"/>
                </a:solidFill>
                <a:latin typeface="Arial Black" panose="020B0A04020102020204" pitchFamily="34" charset="0"/>
                <a:ea typeface="宋体" panose="02010600030101010101" pitchFamily="2" charset="-122"/>
              </a:defRPr>
            </a:lvl5pPr>
            <a:lvl6pPr marL="457200" algn="l" rtl="0" fontAlgn="base">
              <a:spcBef>
                <a:spcPct val="0"/>
              </a:spcBef>
              <a:spcAft>
                <a:spcPct val="0"/>
              </a:spcAft>
              <a:defRPr sz="3300" b="1">
                <a:solidFill>
                  <a:srgbClr val="000066"/>
                </a:solidFill>
                <a:latin typeface="Arial Black" panose="020B0A04020102020204" pitchFamily="34" charset="0"/>
                <a:ea typeface="宋体" panose="02010600030101010101" pitchFamily="2" charset="-122"/>
              </a:defRPr>
            </a:lvl6pPr>
            <a:lvl7pPr marL="914400" algn="l" rtl="0" fontAlgn="base">
              <a:spcBef>
                <a:spcPct val="0"/>
              </a:spcBef>
              <a:spcAft>
                <a:spcPct val="0"/>
              </a:spcAft>
              <a:defRPr sz="3300" b="1">
                <a:solidFill>
                  <a:srgbClr val="000066"/>
                </a:solidFill>
                <a:latin typeface="Arial Black" panose="020B0A04020102020204" pitchFamily="34" charset="0"/>
                <a:ea typeface="宋体" panose="02010600030101010101" pitchFamily="2" charset="-122"/>
              </a:defRPr>
            </a:lvl7pPr>
            <a:lvl8pPr marL="1371600" algn="l" rtl="0" fontAlgn="base">
              <a:spcBef>
                <a:spcPct val="0"/>
              </a:spcBef>
              <a:spcAft>
                <a:spcPct val="0"/>
              </a:spcAft>
              <a:defRPr sz="3300" b="1">
                <a:solidFill>
                  <a:srgbClr val="000066"/>
                </a:solidFill>
                <a:latin typeface="Arial Black" panose="020B0A04020102020204" pitchFamily="34" charset="0"/>
                <a:ea typeface="宋体" panose="02010600030101010101" pitchFamily="2" charset="-122"/>
              </a:defRPr>
            </a:lvl8pPr>
            <a:lvl9pPr marL="1828800" algn="l" rtl="0" fontAlgn="base">
              <a:spcBef>
                <a:spcPct val="0"/>
              </a:spcBef>
              <a:spcAft>
                <a:spcPct val="0"/>
              </a:spcAft>
              <a:defRPr sz="3300" b="1">
                <a:solidFill>
                  <a:srgbClr val="000066"/>
                </a:solidFill>
                <a:latin typeface="Arial Black" panose="020B0A04020102020204" pitchFamily="34" charset="0"/>
                <a:ea typeface="宋体" panose="02010600030101010101" pitchFamily="2" charset="-122"/>
              </a:defRPr>
            </a:lvl9pPr>
          </a:lstStyle>
          <a:p>
            <a:pPr eaLnBrk="1" hangingPunct="1">
              <a:buClrTx/>
              <a:buSzTx/>
              <a:buFontTx/>
            </a:pPr>
            <a:r>
              <a:rPr lang="zh-CN" altLang="en-US" sz="4100" dirty="0">
                <a:latin typeface="微软雅黑" panose="020B0503020204020204" charset="-122"/>
                <a:ea typeface="微软雅黑" panose="020B0503020204020204" charset="-122"/>
                <a:sym typeface="+mn-ea"/>
              </a:rPr>
              <a:t>软件工程案例分析与实践</a:t>
            </a:r>
            <a:endParaRPr lang="zh-CN" altLang="en-US" dirty="0">
              <a:latin typeface="+mj-lt"/>
              <a:ea typeface="+mj-ea"/>
              <a:cs typeface="+mj-cs"/>
            </a:endParaRPr>
          </a:p>
        </p:txBody>
      </p:sp>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灯片编号占位符 5"/>
          <p:cNvSpPr txBox="1">
            <a:spLocks noGrp="1"/>
          </p:cNvSpPr>
          <p:nvPr>
            <p:ph type="sldNum" sz="quarter" idx="12"/>
          </p:nvPr>
        </p:nvSpPr>
        <p:spPr>
          <a:ln/>
        </p:spPr>
        <p:txBody>
          <a:bodyPr/>
          <a:p>
            <a:pPr marL="0" indent="0" algn="ctr" eaLnBrk="1" hangingPunct="1">
              <a:spcBef>
                <a:spcPct val="0"/>
              </a:spcBef>
              <a:buClrTx/>
              <a:buSzTx/>
              <a:buFontTx/>
              <a:buNone/>
            </a:pPr>
            <a:fld id="{9A0DB2DC-4C9A-4742-B13C-FB6460FD3503}" type="slidenum">
              <a:rPr lang="en-US" altLang="zh-CN" sz="1400" b="0" dirty="0"/>
            </a:fld>
            <a:endParaRPr lang="en-US" altLang="zh-CN" sz="1400" b="0" dirty="0"/>
          </a:p>
        </p:txBody>
      </p:sp>
      <p:sp>
        <p:nvSpPr>
          <p:cNvPr id="4099" name="Rectangle 2"/>
          <p:cNvSpPr>
            <a:spLocks noGrp="1"/>
          </p:cNvSpPr>
          <p:nvPr>
            <p:ph type="title"/>
          </p:nvPr>
        </p:nvSpPr>
        <p:spPr>
          <a:ln/>
        </p:spPr>
        <p:txBody>
          <a:bodyPr vert="horz" wrap="square" lIns="91440" tIns="45720" rIns="91440" bIns="45720" anchor="b" anchorCtr="0"/>
          <a:p>
            <a:pPr eaLnBrk="1" hangingPunct="1"/>
            <a:r>
              <a:rPr lang="zh-CN" altLang="en-US" dirty="0"/>
              <a:t>目的</a:t>
            </a:r>
            <a:endParaRPr lang="zh-CN" altLang="en-US" dirty="0"/>
          </a:p>
        </p:txBody>
      </p:sp>
      <p:sp>
        <p:nvSpPr>
          <p:cNvPr id="4100" name="Rectangle 3"/>
          <p:cNvSpPr>
            <a:spLocks noGrp="1"/>
          </p:cNvSpPr>
          <p:nvPr>
            <p:ph idx="1"/>
          </p:nvPr>
        </p:nvSpPr>
        <p:spPr>
          <a:xfrm>
            <a:off x="762000" y="1295400"/>
            <a:ext cx="8229600" cy="4648200"/>
          </a:xfrm>
          <a:ln/>
        </p:spPr>
        <p:txBody>
          <a:bodyPr vert="horz" wrap="square" lIns="91440" tIns="45720" rIns="91440" bIns="45720" anchor="t" anchorCtr="0"/>
          <a:p>
            <a:pPr eaLnBrk="1" hangingPunct="1">
              <a:lnSpc>
                <a:spcPct val="125000"/>
              </a:lnSpc>
              <a:spcBef>
                <a:spcPts val="1000"/>
              </a:spcBef>
              <a:spcAft>
                <a:spcPts val="500"/>
              </a:spcAft>
            </a:pPr>
            <a:r>
              <a:rPr lang="zh-CN" altLang="en-US" sz="2800" dirty="0"/>
              <a:t>传达测试活动的意图。下列人员使用测试计划： </a:t>
            </a:r>
            <a:endParaRPr lang="zh-CN" altLang="en-US" sz="2800" dirty="0"/>
          </a:p>
          <a:p>
            <a:pPr lvl="1" eaLnBrk="1" hangingPunct="1">
              <a:lnSpc>
                <a:spcPct val="125000"/>
              </a:lnSpc>
              <a:spcBef>
                <a:spcPts val="1000"/>
              </a:spcBef>
              <a:spcAft>
                <a:spcPts val="500"/>
              </a:spcAft>
            </a:pPr>
            <a:r>
              <a:rPr lang="zh-CN" altLang="en-US" sz="2200" dirty="0"/>
              <a:t>最终用户代表，用来核实是否推荐使用了适当的测试策略，反映出系统或应用程序按照预定的用途进行应用。 </a:t>
            </a:r>
            <a:endParaRPr lang="zh-CN" altLang="en-US" sz="2200" dirty="0"/>
          </a:p>
          <a:p>
            <a:pPr lvl="1" eaLnBrk="1" hangingPunct="1">
              <a:lnSpc>
                <a:spcPct val="125000"/>
              </a:lnSpc>
              <a:spcBef>
                <a:spcPts val="1000"/>
              </a:spcBef>
              <a:spcAft>
                <a:spcPts val="500"/>
              </a:spcAft>
            </a:pPr>
            <a:r>
              <a:rPr lang="zh-CN" altLang="en-US" sz="2200" dirty="0"/>
              <a:t>客户和涉众，用来核实测试需求是否可接受，是否已按优先级恰当地排序。此外，客户还应核实测试策略和测试覆盖。 </a:t>
            </a:r>
            <a:endParaRPr lang="zh-CN" altLang="en-US" sz="2200" dirty="0"/>
          </a:p>
          <a:p>
            <a:pPr lvl="1" eaLnBrk="1" hangingPunct="1">
              <a:lnSpc>
                <a:spcPct val="125000"/>
              </a:lnSpc>
              <a:spcBef>
                <a:spcPts val="1000"/>
              </a:spcBef>
              <a:spcAft>
                <a:spcPts val="500"/>
              </a:spcAft>
            </a:pPr>
            <a:r>
              <a:rPr lang="zh-CN" altLang="en-US" sz="2200" dirty="0"/>
              <a:t>系统集成员和实施员，用来核实测试需求和测试策略是否与实施及开发计划一致。 </a:t>
            </a:r>
            <a:endParaRPr lang="zh-CN" altLang="en-US" sz="2200" dirty="0"/>
          </a:p>
          <a:p>
            <a:pPr lvl="1" eaLnBrk="1" hangingPunct="1">
              <a:lnSpc>
                <a:spcPct val="125000"/>
              </a:lnSpc>
              <a:spcBef>
                <a:spcPts val="1000"/>
              </a:spcBef>
              <a:spcAft>
                <a:spcPts val="500"/>
              </a:spcAft>
            </a:pPr>
            <a:r>
              <a:rPr lang="zh-CN" altLang="en-US" sz="2200" dirty="0"/>
              <a:t>测试设计员，作为对测试设计活动的输入。</a:t>
            </a:r>
            <a:r>
              <a:rPr lang="zh-CN" altLang="en-US" sz="2000" dirty="0"/>
              <a:t> </a:t>
            </a:r>
            <a:endParaRPr lang="zh-CN" altLang="en-US" sz="2000" dirty="0"/>
          </a:p>
        </p:txBody>
      </p:sp>
    </p:spTree>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灯片编号占位符 5"/>
          <p:cNvSpPr txBox="1">
            <a:spLocks noGrp="1"/>
          </p:cNvSpPr>
          <p:nvPr>
            <p:ph type="sldNum" sz="quarter" idx="12"/>
          </p:nvPr>
        </p:nvSpPr>
        <p:spPr>
          <a:ln/>
        </p:spPr>
        <p:txBody>
          <a:bodyPr/>
          <a:p>
            <a:pPr marL="0" indent="0" algn="ctr" eaLnBrk="1" hangingPunct="1">
              <a:spcBef>
                <a:spcPct val="0"/>
              </a:spcBef>
              <a:buClrTx/>
              <a:buSzTx/>
              <a:buFontTx/>
              <a:buNone/>
            </a:pPr>
            <a:fld id="{9A0DB2DC-4C9A-4742-B13C-FB6460FD3503}" type="slidenum">
              <a:rPr lang="en-US" altLang="zh-CN" sz="1400" b="0" dirty="0"/>
            </a:fld>
            <a:endParaRPr lang="en-US" altLang="zh-CN" sz="1400" b="0" dirty="0"/>
          </a:p>
        </p:txBody>
      </p:sp>
      <p:sp>
        <p:nvSpPr>
          <p:cNvPr id="5123" name="Rectangle 2"/>
          <p:cNvSpPr>
            <a:spLocks noGrp="1"/>
          </p:cNvSpPr>
          <p:nvPr>
            <p:ph type="title"/>
          </p:nvPr>
        </p:nvSpPr>
        <p:spPr>
          <a:ln/>
        </p:spPr>
        <p:txBody>
          <a:bodyPr vert="horz" wrap="square" lIns="91440" tIns="45720" rIns="91440" bIns="45720" anchor="b" anchorCtr="0"/>
          <a:p>
            <a:pPr eaLnBrk="1" hangingPunct="1"/>
            <a:r>
              <a:rPr lang="zh-CN" altLang="en-US" dirty="0"/>
              <a:t>时机</a:t>
            </a:r>
            <a:endParaRPr lang="zh-CN" altLang="en-US" dirty="0"/>
          </a:p>
        </p:txBody>
      </p:sp>
      <p:sp>
        <p:nvSpPr>
          <p:cNvPr id="5124" name="Rectangle 3"/>
          <p:cNvSpPr>
            <a:spLocks noGrp="1"/>
          </p:cNvSpPr>
          <p:nvPr>
            <p:ph idx="1"/>
          </p:nvPr>
        </p:nvSpPr>
        <p:spPr>
          <a:xfrm>
            <a:off x="762000" y="1295400"/>
            <a:ext cx="8229600" cy="4648200"/>
          </a:xfrm>
          <a:ln/>
        </p:spPr>
        <p:txBody>
          <a:bodyPr vert="horz" wrap="square" lIns="91440" tIns="45720" rIns="91440" bIns="45720" anchor="t" anchorCtr="0"/>
          <a:p>
            <a:pPr eaLnBrk="1" hangingPunct="1">
              <a:lnSpc>
                <a:spcPct val="125000"/>
              </a:lnSpc>
              <a:spcBef>
                <a:spcPts val="1000"/>
              </a:spcBef>
              <a:spcAft>
                <a:spcPts val="500"/>
              </a:spcAft>
            </a:pPr>
            <a:r>
              <a:rPr lang="zh-CN" altLang="en-US" dirty="0"/>
              <a:t>在项目的一开始就应创建最初的测试计划，该计划称为“主测试计划”。</a:t>
            </a:r>
            <a:endParaRPr lang="zh-CN" altLang="en-US" dirty="0"/>
          </a:p>
          <a:p>
            <a:pPr eaLnBrk="1" hangingPunct="1">
              <a:lnSpc>
                <a:spcPct val="125000"/>
              </a:lnSpc>
              <a:spcBef>
                <a:spcPts val="1000"/>
              </a:spcBef>
              <a:spcAft>
                <a:spcPts val="500"/>
              </a:spcAft>
            </a:pPr>
            <a:r>
              <a:rPr lang="zh-CN" altLang="en-US" dirty="0"/>
              <a:t>随着每次迭代的筹划，将创建一个或多个更精确的“迭代测试计划”，其中包含与指定迭代有关的更精确的数据。</a:t>
            </a:r>
            <a:endParaRPr lang="zh-CN" altLang="en-US" dirty="0"/>
          </a:p>
          <a:p>
            <a:pPr eaLnBrk="1" hangingPunct="1">
              <a:lnSpc>
                <a:spcPct val="125000"/>
              </a:lnSpc>
              <a:spcBef>
                <a:spcPts val="1000"/>
              </a:spcBef>
              <a:spcAft>
                <a:spcPts val="500"/>
              </a:spcAft>
            </a:pPr>
            <a:r>
              <a:rPr lang="zh-CN" altLang="en-US" dirty="0"/>
              <a:t>所有测试计划内容都建立在测试计划模板的基础上。 </a:t>
            </a:r>
            <a:endParaRPr lang="zh-CN" altLang="en-US" dirty="0"/>
          </a:p>
        </p:txBody>
      </p:sp>
    </p:spTree>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灯片编号占位符 5"/>
          <p:cNvSpPr txBox="1">
            <a:spLocks noGrp="1"/>
          </p:cNvSpPr>
          <p:nvPr>
            <p:ph type="sldNum" sz="quarter" idx="12"/>
          </p:nvPr>
        </p:nvSpPr>
        <p:spPr>
          <a:ln/>
        </p:spPr>
        <p:txBody>
          <a:bodyPr/>
          <a:p>
            <a:pPr marL="0" indent="0" algn="ctr" eaLnBrk="1" hangingPunct="1">
              <a:spcBef>
                <a:spcPct val="0"/>
              </a:spcBef>
              <a:buClrTx/>
              <a:buSzTx/>
              <a:buFontTx/>
              <a:buNone/>
            </a:pPr>
            <a:fld id="{9A0DB2DC-4C9A-4742-B13C-FB6460FD3503}" type="slidenum">
              <a:rPr lang="en-US" altLang="zh-CN" sz="1400" b="0" dirty="0"/>
            </a:fld>
            <a:endParaRPr lang="en-US" altLang="zh-CN" sz="1400" b="0" dirty="0"/>
          </a:p>
        </p:txBody>
      </p:sp>
      <p:sp>
        <p:nvSpPr>
          <p:cNvPr id="6147" name="Rectangle 2"/>
          <p:cNvSpPr>
            <a:spLocks noGrp="1"/>
          </p:cNvSpPr>
          <p:nvPr>
            <p:ph type="title"/>
          </p:nvPr>
        </p:nvSpPr>
        <p:spPr>
          <a:ln/>
        </p:spPr>
        <p:txBody>
          <a:bodyPr vert="horz" wrap="square" lIns="91440" tIns="45720" rIns="91440" bIns="45720" anchor="b" anchorCtr="0"/>
          <a:p>
            <a:pPr eaLnBrk="1" hangingPunct="1"/>
            <a:r>
              <a:rPr lang="zh-CN" altLang="en-US" dirty="0"/>
              <a:t>内容</a:t>
            </a:r>
            <a:r>
              <a:rPr lang="en-US" altLang="zh-CN" dirty="0">
                <a:latin typeface="Arial" panose="020B0604020202020204" pitchFamily="34" charset="0"/>
              </a:rPr>
              <a:t>——</a:t>
            </a:r>
            <a:r>
              <a:rPr lang="zh-CN" altLang="en-US" dirty="0"/>
              <a:t>简介（</a:t>
            </a:r>
            <a:r>
              <a:rPr lang="zh-CN" altLang="zh-CN" dirty="0"/>
              <a:t>Ⅰ</a:t>
            </a:r>
            <a:r>
              <a:rPr lang="zh-CN" altLang="en-US" dirty="0"/>
              <a:t>）</a:t>
            </a:r>
            <a:endParaRPr lang="zh-CN" altLang="en-US" dirty="0"/>
          </a:p>
        </p:txBody>
      </p:sp>
      <p:sp>
        <p:nvSpPr>
          <p:cNvPr id="6148" name="Rectangle 3"/>
          <p:cNvSpPr>
            <a:spLocks noGrp="1"/>
          </p:cNvSpPr>
          <p:nvPr>
            <p:ph idx="1"/>
          </p:nvPr>
        </p:nvSpPr>
        <p:spPr>
          <a:xfrm>
            <a:off x="762000" y="1295400"/>
            <a:ext cx="8153400" cy="4953000"/>
          </a:xfrm>
          <a:ln/>
        </p:spPr>
        <p:txBody>
          <a:bodyPr vert="horz" wrap="square" lIns="91440" tIns="45720" rIns="91440" bIns="45720" anchor="t" anchorCtr="0"/>
          <a:p>
            <a:pPr eaLnBrk="1" hangingPunct="1">
              <a:lnSpc>
                <a:spcPct val="105000"/>
              </a:lnSpc>
            </a:pPr>
            <a:r>
              <a:rPr lang="en-US" altLang="zh-CN" sz="2800" dirty="0"/>
              <a:t>1.1</a:t>
            </a:r>
            <a:r>
              <a:rPr lang="zh-CN" altLang="en-US" sz="2800" dirty="0"/>
              <a:t>目的</a:t>
            </a:r>
            <a:endParaRPr lang="zh-CN" altLang="en-US" sz="2800" dirty="0"/>
          </a:p>
          <a:p>
            <a:pPr lvl="1" eaLnBrk="1" hangingPunct="1">
              <a:lnSpc>
                <a:spcPct val="105000"/>
              </a:lnSpc>
            </a:pPr>
            <a:r>
              <a:rPr lang="zh-CN" altLang="en-US" sz="2100" dirty="0"/>
              <a:t>“测试计划”文档有助于实现以下目标：</a:t>
            </a:r>
            <a:endParaRPr lang="zh-CN" altLang="en-US" sz="2100" i="1" dirty="0"/>
          </a:p>
          <a:p>
            <a:pPr lvl="2" eaLnBrk="1" hangingPunct="1">
              <a:lnSpc>
                <a:spcPct val="105000"/>
              </a:lnSpc>
            </a:pPr>
            <a:r>
              <a:rPr lang="zh-CN" altLang="en-US" sz="1900" dirty="0"/>
              <a:t>确定现有项目的信息和应测试的软件构件</a:t>
            </a:r>
            <a:endParaRPr lang="zh-CN" altLang="en-US" sz="1900" dirty="0"/>
          </a:p>
          <a:p>
            <a:pPr lvl="2" eaLnBrk="1" hangingPunct="1">
              <a:lnSpc>
                <a:spcPct val="105000"/>
              </a:lnSpc>
            </a:pPr>
            <a:r>
              <a:rPr lang="zh-CN" altLang="en-US" sz="1900" dirty="0"/>
              <a:t>列出推荐的测试需求（高级需求）</a:t>
            </a:r>
            <a:endParaRPr lang="zh-CN" altLang="en-US" sz="1900" dirty="0"/>
          </a:p>
          <a:p>
            <a:pPr lvl="2" eaLnBrk="1" hangingPunct="1">
              <a:lnSpc>
                <a:spcPct val="105000"/>
              </a:lnSpc>
            </a:pPr>
            <a:r>
              <a:rPr lang="zh-CN" altLang="en-US" sz="1900" dirty="0"/>
              <a:t>推荐可采用的测试策略，并对这些策略加以说明</a:t>
            </a:r>
            <a:endParaRPr lang="zh-CN" altLang="en-US" sz="1900" dirty="0"/>
          </a:p>
          <a:p>
            <a:pPr lvl="2" eaLnBrk="1" hangingPunct="1">
              <a:lnSpc>
                <a:spcPct val="105000"/>
              </a:lnSpc>
            </a:pPr>
            <a:r>
              <a:rPr lang="zh-CN" altLang="en-US" sz="1900" dirty="0"/>
              <a:t>确定所需的资源，并对测试的工作量进行估计</a:t>
            </a:r>
            <a:endParaRPr lang="zh-CN" altLang="en-US" sz="1900" dirty="0"/>
          </a:p>
          <a:p>
            <a:pPr lvl="2" eaLnBrk="1" hangingPunct="1">
              <a:lnSpc>
                <a:spcPct val="105000"/>
              </a:lnSpc>
            </a:pPr>
            <a:r>
              <a:rPr lang="zh-CN" altLang="en-US" sz="1900" dirty="0"/>
              <a:t>列出测试项目的可交付元素</a:t>
            </a:r>
            <a:endParaRPr lang="zh-CN" altLang="en-US" sz="1900" dirty="0"/>
          </a:p>
          <a:p>
            <a:pPr eaLnBrk="1" hangingPunct="1">
              <a:lnSpc>
                <a:spcPct val="105000"/>
              </a:lnSpc>
            </a:pPr>
            <a:r>
              <a:rPr lang="en-US" altLang="zh-CN" sz="2800" dirty="0"/>
              <a:t>1.2 </a:t>
            </a:r>
            <a:r>
              <a:rPr lang="zh-CN" altLang="en-US" sz="2800" dirty="0"/>
              <a:t>背景</a:t>
            </a:r>
            <a:endParaRPr lang="zh-CN" altLang="en-US" sz="2800" dirty="0"/>
          </a:p>
          <a:p>
            <a:pPr lvl="1" eaLnBrk="1" hangingPunct="1">
              <a:lnSpc>
                <a:spcPct val="105000"/>
              </a:lnSpc>
            </a:pPr>
            <a:r>
              <a:rPr lang="zh-CN" altLang="en-US" sz="2100" dirty="0"/>
              <a:t>对测试对象（构件、应用程序、系统等）及其目标进行简要说明。 需要包括的信息有：主要的功能和性能、测试对象的构架以及项目的简史。 本节应该只有 </a:t>
            </a:r>
            <a:r>
              <a:rPr lang="en-US" altLang="zh-CN" sz="2100" dirty="0"/>
              <a:t>3 </a:t>
            </a:r>
            <a:r>
              <a:rPr lang="zh-CN" altLang="en-US" sz="2100" dirty="0"/>
              <a:t>至 </a:t>
            </a:r>
            <a:r>
              <a:rPr lang="en-US" altLang="zh-CN" sz="2100" dirty="0"/>
              <a:t>5 </a:t>
            </a:r>
            <a:r>
              <a:rPr lang="zh-CN" altLang="en-US" sz="2100" dirty="0"/>
              <a:t>个段落。</a:t>
            </a:r>
            <a:endParaRPr lang="zh-CN" altLang="en-US" sz="2100" dirty="0"/>
          </a:p>
        </p:txBody>
      </p:sp>
    </p:spTree>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灯片编号占位符 5"/>
          <p:cNvSpPr txBox="1">
            <a:spLocks noGrp="1"/>
          </p:cNvSpPr>
          <p:nvPr>
            <p:ph type="sldNum" sz="quarter" idx="12"/>
          </p:nvPr>
        </p:nvSpPr>
        <p:spPr>
          <a:ln/>
        </p:spPr>
        <p:txBody>
          <a:bodyPr/>
          <a:p>
            <a:pPr marL="0" indent="0" algn="ctr" eaLnBrk="1" hangingPunct="1">
              <a:spcBef>
                <a:spcPct val="0"/>
              </a:spcBef>
              <a:buClrTx/>
              <a:buSzTx/>
              <a:buFontTx/>
              <a:buNone/>
            </a:pPr>
            <a:fld id="{9A0DB2DC-4C9A-4742-B13C-FB6460FD3503}" type="slidenum">
              <a:rPr lang="en-US" altLang="zh-CN" sz="1400" b="0" dirty="0"/>
            </a:fld>
            <a:endParaRPr lang="en-US" altLang="zh-CN" sz="1400" b="0" dirty="0"/>
          </a:p>
        </p:txBody>
      </p:sp>
      <p:sp>
        <p:nvSpPr>
          <p:cNvPr id="7171" name="Rectangle 2"/>
          <p:cNvSpPr>
            <a:spLocks noGrp="1"/>
          </p:cNvSpPr>
          <p:nvPr>
            <p:ph type="title"/>
          </p:nvPr>
        </p:nvSpPr>
        <p:spPr>
          <a:ln/>
        </p:spPr>
        <p:txBody>
          <a:bodyPr vert="horz" wrap="square" lIns="91440" tIns="45720" rIns="91440" bIns="45720" anchor="b" anchorCtr="0"/>
          <a:p>
            <a:pPr eaLnBrk="1" hangingPunct="1"/>
            <a:r>
              <a:rPr lang="zh-CN" altLang="en-US" dirty="0"/>
              <a:t>内容</a:t>
            </a:r>
            <a:r>
              <a:rPr lang="en-US" altLang="zh-CN" dirty="0">
                <a:latin typeface="Arial" panose="020B0604020202020204" pitchFamily="34" charset="0"/>
              </a:rPr>
              <a:t>——</a:t>
            </a:r>
            <a:r>
              <a:rPr lang="zh-CN" altLang="en-US" dirty="0"/>
              <a:t>简介（</a:t>
            </a:r>
            <a:r>
              <a:rPr lang="zh-CN" altLang="zh-CN" dirty="0"/>
              <a:t>Ⅱ</a:t>
            </a:r>
            <a:r>
              <a:rPr lang="zh-CN" altLang="en-US" dirty="0"/>
              <a:t>）</a:t>
            </a:r>
            <a:endParaRPr lang="zh-CN" altLang="en-US" dirty="0"/>
          </a:p>
        </p:txBody>
      </p:sp>
      <p:sp>
        <p:nvSpPr>
          <p:cNvPr id="7172" name="Rectangle 3"/>
          <p:cNvSpPr>
            <a:spLocks noGrp="1"/>
          </p:cNvSpPr>
          <p:nvPr>
            <p:ph idx="1"/>
          </p:nvPr>
        </p:nvSpPr>
        <p:spPr>
          <a:xfrm>
            <a:off x="762000" y="1295400"/>
            <a:ext cx="8077200" cy="4953000"/>
          </a:xfrm>
          <a:ln/>
        </p:spPr>
        <p:txBody>
          <a:bodyPr vert="horz" wrap="square" lIns="91440" tIns="45720" rIns="91440" bIns="45720" anchor="t" anchorCtr="0"/>
          <a:p>
            <a:pPr eaLnBrk="1" hangingPunct="1">
              <a:lnSpc>
                <a:spcPct val="80000"/>
              </a:lnSpc>
            </a:pPr>
            <a:r>
              <a:rPr lang="en-US" altLang="zh-CN" sz="3200" dirty="0"/>
              <a:t>1.3 </a:t>
            </a:r>
            <a:r>
              <a:rPr lang="zh-CN" altLang="en-US" sz="3200" dirty="0"/>
              <a:t>范围</a:t>
            </a:r>
            <a:endParaRPr lang="zh-CN" altLang="en-US" sz="3200" dirty="0"/>
          </a:p>
          <a:p>
            <a:pPr lvl="1" eaLnBrk="1" hangingPunct="1">
              <a:lnSpc>
                <a:spcPct val="125000"/>
              </a:lnSpc>
              <a:spcBef>
                <a:spcPts val="1000"/>
              </a:spcBef>
              <a:spcAft>
                <a:spcPts val="500"/>
              </a:spcAft>
            </a:pPr>
            <a:r>
              <a:rPr lang="zh-CN" altLang="en-US" sz="2000" dirty="0"/>
              <a:t>描述测试的各个阶段（例如，单元测试、集成测试或系统测试），并说明本计划所针对的测试类型（如功能测试或性能测试）。</a:t>
            </a:r>
            <a:endParaRPr lang="zh-CN" altLang="en-US" sz="2000" dirty="0"/>
          </a:p>
          <a:p>
            <a:pPr lvl="1" eaLnBrk="1" hangingPunct="1">
              <a:lnSpc>
                <a:spcPct val="125000"/>
              </a:lnSpc>
              <a:spcBef>
                <a:spcPts val="1000"/>
              </a:spcBef>
              <a:spcAft>
                <a:spcPts val="500"/>
              </a:spcAft>
            </a:pPr>
            <a:r>
              <a:rPr lang="zh-CN" altLang="en-US" sz="2000" dirty="0"/>
              <a:t>简要地列出测试对象中将接受测试或将不接受测试的那些性能和功能。</a:t>
            </a:r>
            <a:endParaRPr lang="zh-CN" altLang="en-US" sz="2000" dirty="0"/>
          </a:p>
          <a:p>
            <a:pPr lvl="1" eaLnBrk="1" hangingPunct="1">
              <a:lnSpc>
                <a:spcPct val="125000"/>
              </a:lnSpc>
              <a:spcBef>
                <a:spcPts val="1000"/>
              </a:spcBef>
              <a:spcAft>
                <a:spcPts val="500"/>
              </a:spcAft>
            </a:pPr>
            <a:r>
              <a:rPr lang="zh-CN" altLang="en-US" sz="2000" dirty="0"/>
              <a:t>如果在编写此文档的过程中作出的某些假设可能会影响测试设计、开发或实施，则列出所有这些假设。</a:t>
            </a:r>
            <a:endParaRPr lang="zh-CN" altLang="en-US" sz="2000" dirty="0"/>
          </a:p>
          <a:p>
            <a:pPr lvl="1" eaLnBrk="1" hangingPunct="1">
              <a:lnSpc>
                <a:spcPct val="125000"/>
              </a:lnSpc>
              <a:spcBef>
                <a:spcPts val="1000"/>
              </a:spcBef>
              <a:spcAft>
                <a:spcPts val="500"/>
              </a:spcAft>
            </a:pPr>
            <a:r>
              <a:rPr lang="zh-CN" altLang="en-US" sz="2000" dirty="0"/>
              <a:t>列出可能会影响测试设计、开发或实施的所有风险或意外事件。</a:t>
            </a:r>
            <a:endParaRPr lang="zh-CN" altLang="en-US" sz="2000" dirty="0"/>
          </a:p>
          <a:p>
            <a:pPr lvl="1" eaLnBrk="1" hangingPunct="1">
              <a:lnSpc>
                <a:spcPct val="125000"/>
              </a:lnSpc>
              <a:spcBef>
                <a:spcPts val="1000"/>
              </a:spcBef>
              <a:spcAft>
                <a:spcPts val="500"/>
              </a:spcAft>
            </a:pPr>
            <a:r>
              <a:rPr lang="zh-CN" altLang="en-US" sz="2000" dirty="0"/>
              <a:t>列出可能会影响测试设计、开发或实施的所有约束。</a:t>
            </a:r>
            <a:endParaRPr lang="zh-CN" altLang="en-US" sz="2000" dirty="0"/>
          </a:p>
        </p:txBody>
      </p:sp>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灯片编号占位符 6"/>
          <p:cNvSpPr txBox="1">
            <a:spLocks noGrp="1"/>
          </p:cNvSpPr>
          <p:nvPr>
            <p:ph type="sldNum" sz="quarter" idx="12"/>
          </p:nvPr>
        </p:nvSpPr>
        <p:spPr>
          <a:ln/>
        </p:spPr>
        <p:txBody>
          <a:bodyPr/>
          <a:p>
            <a:pPr marL="0" indent="0" algn="ctr" eaLnBrk="1" hangingPunct="1">
              <a:spcBef>
                <a:spcPct val="0"/>
              </a:spcBef>
              <a:buClrTx/>
              <a:buSzTx/>
              <a:buFontTx/>
              <a:buNone/>
            </a:pPr>
            <a:fld id="{9A0DB2DC-4C9A-4742-B13C-FB6460FD3503}" type="slidenum">
              <a:rPr lang="en-US" altLang="zh-CN" sz="1400" b="0" dirty="0"/>
            </a:fld>
            <a:endParaRPr lang="en-US" altLang="zh-CN" sz="1400" b="0" dirty="0"/>
          </a:p>
        </p:txBody>
      </p:sp>
      <p:sp>
        <p:nvSpPr>
          <p:cNvPr id="8195" name="Rectangle 2"/>
          <p:cNvSpPr>
            <a:spLocks noGrp="1"/>
          </p:cNvSpPr>
          <p:nvPr>
            <p:ph type="title"/>
          </p:nvPr>
        </p:nvSpPr>
        <p:spPr>
          <a:ln/>
        </p:spPr>
        <p:txBody>
          <a:bodyPr vert="horz" wrap="square" lIns="91440" tIns="45720" rIns="91440" bIns="45720" anchor="b" anchorCtr="0"/>
          <a:p>
            <a:pPr eaLnBrk="1" hangingPunct="1"/>
            <a:r>
              <a:rPr lang="zh-CN" altLang="en-US" dirty="0"/>
              <a:t>内容</a:t>
            </a:r>
            <a:r>
              <a:rPr lang="en-US" altLang="zh-CN" dirty="0">
                <a:latin typeface="Arial" panose="020B0604020202020204" pitchFamily="34" charset="0"/>
              </a:rPr>
              <a:t>——</a:t>
            </a:r>
            <a:r>
              <a:rPr lang="zh-CN" altLang="en-US" dirty="0"/>
              <a:t>简介（</a:t>
            </a:r>
            <a:r>
              <a:rPr lang="en-US" altLang="zh-CN" dirty="0"/>
              <a:t>Ⅲ</a:t>
            </a:r>
            <a:r>
              <a:rPr lang="zh-CN" altLang="en-US" dirty="0"/>
              <a:t>）</a:t>
            </a:r>
            <a:endParaRPr lang="zh-CN" altLang="en-US" dirty="0"/>
          </a:p>
        </p:txBody>
      </p:sp>
      <p:sp>
        <p:nvSpPr>
          <p:cNvPr id="8196" name="Rectangle 3"/>
          <p:cNvSpPr>
            <a:spLocks noGrp="1"/>
          </p:cNvSpPr>
          <p:nvPr>
            <p:ph type="body" sz="half" idx="1"/>
          </p:nvPr>
        </p:nvSpPr>
        <p:spPr>
          <a:xfrm>
            <a:off x="762000" y="1295400"/>
            <a:ext cx="7848600" cy="1143000"/>
          </a:xfrm>
          <a:ln/>
        </p:spPr>
        <p:txBody>
          <a:bodyPr vert="horz" wrap="square" lIns="91440" tIns="45720" rIns="91440" bIns="45720" anchor="t" anchorCtr="0"/>
          <a:p>
            <a:pPr eaLnBrk="1" hangingPunct="1">
              <a:lnSpc>
                <a:spcPct val="80000"/>
              </a:lnSpc>
              <a:buClr>
                <a:schemeClr val="bg2"/>
              </a:buClr>
              <a:buSzPct val="70000"/>
              <a:buFont typeface="Wingdings" panose="05000000000000000000" pitchFamily="2" charset="2"/>
            </a:pPr>
            <a:r>
              <a:rPr lang="en-US" altLang="zh-CN" sz="2700" dirty="0"/>
              <a:t>1.4 </a:t>
            </a:r>
            <a:r>
              <a:rPr lang="zh-CN" altLang="en-US" sz="2700" dirty="0"/>
              <a:t>项目核实</a:t>
            </a:r>
            <a:endParaRPr lang="zh-CN" altLang="en-US" sz="2700" dirty="0"/>
          </a:p>
          <a:p>
            <a:pPr lvl="1" eaLnBrk="1" hangingPunct="1">
              <a:lnSpc>
                <a:spcPct val="80000"/>
              </a:lnSpc>
              <a:buClr>
                <a:schemeClr val="tx1"/>
              </a:buClr>
              <a:buSzPct val="70000"/>
              <a:buFont typeface="Wingdings" panose="05000000000000000000" pitchFamily="2" charset="2"/>
            </a:pPr>
            <a:r>
              <a:rPr lang="zh-CN" altLang="en-US" sz="2200" dirty="0"/>
              <a:t>下表列出了制定测试计划时所使用的文档，并标明了各文档的可用性：（注： 可适当地删除或添加文档项）</a:t>
            </a:r>
            <a:endParaRPr lang="zh-CN" altLang="en-US" sz="2200" dirty="0"/>
          </a:p>
        </p:txBody>
      </p:sp>
      <p:graphicFrame>
        <p:nvGraphicFramePr>
          <p:cNvPr id="303658" name="Group 554"/>
          <p:cNvGraphicFramePr>
            <a:graphicFrameLocks noGrp="1"/>
          </p:cNvGraphicFramePr>
          <p:nvPr>
            <p:ph sz="half" idx="1"/>
          </p:nvPr>
        </p:nvGraphicFramePr>
        <p:xfrm>
          <a:off x="685800" y="2362200"/>
          <a:ext cx="7772400" cy="4216400"/>
        </p:xfrm>
        <a:graphic>
          <a:graphicData uri="http://schemas.openxmlformats.org/drawingml/2006/table">
            <a:tbl>
              <a:tblPr/>
              <a:tblGrid>
                <a:gridCol w="2119313"/>
                <a:gridCol w="1230312"/>
                <a:gridCol w="1230313"/>
                <a:gridCol w="1046162"/>
                <a:gridCol w="2146300"/>
              </a:tblGrid>
              <a:tr h="678177">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文档</a:t>
                      </a:r>
                      <a:br>
                        <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br>
                      <a:r>
                        <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（版本</a:t>
                      </a:r>
                      <a:r>
                        <a:rPr kumimoji="0" lang="en-GB"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a:t>
                      </a:r>
                      <a:r>
                        <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日期）</a:t>
                      </a:r>
                      <a:endParaRPr kumimoji="0" lang="zh-CN" altLang="en-GB"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已创建或可用</a:t>
                      </a:r>
                      <a:endParaRPr kumimoji="0" lang="zh-CN" altLang="en-GB"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已被接收或已经过复审</a:t>
                      </a:r>
                      <a:endParaRPr kumimoji="0" lang="zh-CN" altLang="en-GB"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作者或来源</a:t>
                      </a:r>
                      <a:endParaRPr kumimoji="0" lang="zh-CN" altLang="en-GB"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备注</a:t>
                      </a:r>
                      <a:endParaRPr kumimoji="0" lang="zh-CN" altLang="en-GB"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r>
              <a:tr h="314297">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需求规约</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是 </a:t>
                      </a: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否</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是 </a:t>
                      </a: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否</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17472">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功能性规约</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是 </a:t>
                      </a: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否</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是 </a:t>
                      </a: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否</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1906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用例报告</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是 </a:t>
                      </a: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否</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是 </a:t>
                      </a: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否</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8267">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项目计划</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是 </a:t>
                      </a: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否</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是 </a:t>
                      </a: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否</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17472">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设计规约</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是 </a:t>
                      </a: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否</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是 </a:t>
                      </a: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否</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1588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原型</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是 </a:t>
                      </a: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否</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是 </a:t>
                      </a: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否</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17472">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用户手册</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是 </a:t>
                      </a: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否</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是 </a:t>
                      </a: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否</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1588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业务模型或业务流程</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是 </a:t>
                      </a: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否</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是 </a:t>
                      </a: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否</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1906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数据模型或数据流</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是 </a:t>
                      </a: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否</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是 </a:t>
                      </a: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否</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1588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业务功能和业务规则</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是 </a:t>
                      </a: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否</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是 </a:t>
                      </a: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否</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17472">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项目或业务风险评估</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是 </a:t>
                      </a: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否</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是 </a:t>
                      </a:r>
                      <a:r>
                        <a:rPr kumimoji="0" lang="en-GB" altLang="zh-CN" sz="1400" b="1" i="0" u="none" strike="noStrike" cap="none" normalizeH="0" baseline="0" smtClean="0">
                          <a:ln>
                            <a:noFill/>
                          </a:ln>
                          <a:solidFill>
                            <a:schemeClr val="tx1"/>
                          </a:solidFill>
                          <a:effectLst/>
                          <a:latin typeface="Wingdings" panose="05000000000000000000" pitchFamily="2" charset="2"/>
                          <a:ea typeface="宋体" panose="02010600030101010101" pitchFamily="2" charset="-122"/>
                          <a:cs typeface="Times New Roman" panose="02020603050405020304" pitchFamily="18" charset="0"/>
                        </a:rPr>
                        <a:t>o</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否</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9" marB="190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灯片编号占位符 5"/>
          <p:cNvSpPr txBox="1">
            <a:spLocks noGrp="1"/>
          </p:cNvSpPr>
          <p:nvPr>
            <p:ph type="sldNum" sz="quarter" idx="12"/>
          </p:nvPr>
        </p:nvSpPr>
        <p:spPr>
          <a:ln/>
        </p:spPr>
        <p:txBody>
          <a:bodyPr/>
          <a:p>
            <a:pPr marL="0" indent="0" algn="ctr" eaLnBrk="1" hangingPunct="1">
              <a:spcBef>
                <a:spcPct val="0"/>
              </a:spcBef>
              <a:buClrTx/>
              <a:buSzTx/>
              <a:buFontTx/>
              <a:buNone/>
            </a:pPr>
            <a:fld id="{9A0DB2DC-4C9A-4742-B13C-FB6460FD3503}" type="slidenum">
              <a:rPr lang="en-US" altLang="zh-CN" sz="1400" b="0" dirty="0"/>
            </a:fld>
            <a:endParaRPr lang="en-US" altLang="zh-CN" sz="1400" b="0" dirty="0"/>
          </a:p>
        </p:txBody>
      </p:sp>
      <p:sp>
        <p:nvSpPr>
          <p:cNvPr id="9219" name="Rectangle 2"/>
          <p:cNvSpPr>
            <a:spLocks noGrp="1"/>
          </p:cNvSpPr>
          <p:nvPr>
            <p:ph type="title"/>
          </p:nvPr>
        </p:nvSpPr>
        <p:spPr>
          <a:ln/>
        </p:spPr>
        <p:txBody>
          <a:bodyPr vert="horz" wrap="square" lIns="91440" tIns="45720" rIns="91440" bIns="45720" anchor="b" anchorCtr="0"/>
          <a:p>
            <a:pPr eaLnBrk="1" hangingPunct="1"/>
            <a:r>
              <a:rPr lang="zh-CN" altLang="en-US" dirty="0"/>
              <a:t>内容</a:t>
            </a:r>
            <a:r>
              <a:rPr lang="en-US" altLang="zh-CN" dirty="0">
                <a:latin typeface="Arial" panose="020B0604020202020204" pitchFamily="34" charset="0"/>
              </a:rPr>
              <a:t>——</a:t>
            </a:r>
            <a:r>
              <a:rPr lang="zh-CN" altLang="en-US" dirty="0"/>
              <a:t>测试需求</a:t>
            </a:r>
            <a:endParaRPr lang="zh-CN" altLang="en-US" dirty="0"/>
          </a:p>
        </p:txBody>
      </p:sp>
      <p:sp>
        <p:nvSpPr>
          <p:cNvPr id="9220" name="Rectangle 3"/>
          <p:cNvSpPr>
            <a:spLocks noGrp="1"/>
          </p:cNvSpPr>
          <p:nvPr>
            <p:ph idx="1"/>
          </p:nvPr>
        </p:nvSpPr>
        <p:spPr>
          <a:xfrm>
            <a:off x="762000" y="1295400"/>
            <a:ext cx="7924800" cy="4648200"/>
          </a:xfrm>
          <a:ln/>
        </p:spPr>
        <p:txBody>
          <a:bodyPr vert="horz" wrap="square" lIns="91440" tIns="45720" rIns="91440" bIns="45720" anchor="t" anchorCtr="0"/>
          <a:p>
            <a:pPr eaLnBrk="1" hangingPunct="1">
              <a:lnSpc>
                <a:spcPct val="110000"/>
              </a:lnSpc>
              <a:spcBef>
                <a:spcPct val="35000"/>
              </a:spcBef>
            </a:pPr>
            <a:r>
              <a:rPr lang="zh-CN" altLang="en-US" dirty="0"/>
              <a:t>列表用于</a:t>
            </a:r>
            <a:r>
              <a:rPr lang="zh-CN" altLang="en-US" dirty="0">
                <a:solidFill>
                  <a:srgbClr val="FF0000"/>
                </a:solidFill>
              </a:rPr>
              <a:t>确定被当作测试对象的各项需求</a:t>
            </a:r>
            <a:r>
              <a:rPr lang="zh-CN" altLang="en-US" dirty="0"/>
              <a:t>，例如（表中列出了将要测试的对象） ： </a:t>
            </a:r>
            <a:endParaRPr lang="zh-CN" altLang="en-US" dirty="0"/>
          </a:p>
          <a:p>
            <a:pPr lvl="1" eaLnBrk="1" hangingPunct="1">
              <a:lnSpc>
                <a:spcPct val="110000"/>
              </a:lnSpc>
              <a:spcBef>
                <a:spcPct val="35000"/>
              </a:spcBef>
            </a:pPr>
            <a:r>
              <a:rPr lang="zh-CN" altLang="en-US" dirty="0"/>
              <a:t>用例</a:t>
            </a:r>
            <a:endParaRPr lang="zh-CN" altLang="en-US" dirty="0"/>
          </a:p>
          <a:p>
            <a:pPr lvl="1" eaLnBrk="1" hangingPunct="1">
              <a:lnSpc>
                <a:spcPct val="110000"/>
              </a:lnSpc>
              <a:spcBef>
                <a:spcPct val="35000"/>
              </a:spcBef>
            </a:pPr>
            <a:r>
              <a:rPr lang="zh-CN" altLang="en-US" dirty="0"/>
              <a:t>功能性需求</a:t>
            </a:r>
            <a:endParaRPr lang="zh-CN" altLang="en-US" dirty="0"/>
          </a:p>
          <a:p>
            <a:pPr lvl="1" eaLnBrk="1" hangingPunct="1">
              <a:lnSpc>
                <a:spcPct val="110000"/>
              </a:lnSpc>
              <a:spcBef>
                <a:spcPct val="35000"/>
              </a:spcBef>
            </a:pPr>
            <a:r>
              <a:rPr lang="zh-CN" altLang="en-US" dirty="0"/>
              <a:t>非功能性需求</a:t>
            </a:r>
            <a:endParaRPr lang="zh-CN" altLang="en-US" dirty="0"/>
          </a:p>
          <a:p>
            <a:pPr lvl="1" eaLnBrk="1" hangingPunct="1"/>
            <a:endParaRPr lang="zh-CN" altLang="en-US" dirty="0"/>
          </a:p>
          <a:p>
            <a:pPr eaLnBrk="1" hangingPunct="1"/>
            <a:endParaRPr lang="en-US" altLang="zh-CN" dirty="0"/>
          </a:p>
        </p:txBody>
      </p:sp>
    </p:spTree>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灯片编号占位符 5"/>
          <p:cNvSpPr txBox="1">
            <a:spLocks noGrp="1"/>
          </p:cNvSpPr>
          <p:nvPr>
            <p:ph type="sldNum" sz="quarter" idx="12"/>
          </p:nvPr>
        </p:nvSpPr>
        <p:spPr>
          <a:ln/>
        </p:spPr>
        <p:txBody>
          <a:bodyPr/>
          <a:p>
            <a:pPr marL="0" indent="0" algn="ctr" eaLnBrk="1" hangingPunct="1">
              <a:spcBef>
                <a:spcPct val="0"/>
              </a:spcBef>
              <a:buClrTx/>
              <a:buSzTx/>
              <a:buFontTx/>
              <a:buNone/>
            </a:pPr>
            <a:fld id="{9A0DB2DC-4C9A-4742-B13C-FB6460FD3503}" type="slidenum">
              <a:rPr lang="en-US" altLang="zh-CN" sz="1400" b="0" dirty="0"/>
            </a:fld>
            <a:endParaRPr lang="en-US" altLang="zh-CN" sz="1400" b="0" dirty="0"/>
          </a:p>
        </p:txBody>
      </p:sp>
      <p:sp>
        <p:nvSpPr>
          <p:cNvPr id="10243" name="Rectangle 2"/>
          <p:cNvSpPr>
            <a:spLocks noGrp="1"/>
          </p:cNvSpPr>
          <p:nvPr>
            <p:ph type="title"/>
          </p:nvPr>
        </p:nvSpPr>
        <p:spPr>
          <a:ln/>
        </p:spPr>
        <p:txBody>
          <a:bodyPr vert="horz" wrap="square" lIns="91440" tIns="45720" rIns="91440" bIns="45720" anchor="b" anchorCtr="0"/>
          <a:p>
            <a:pPr eaLnBrk="1" hangingPunct="1"/>
            <a:r>
              <a:rPr lang="zh-CN" altLang="en-US" dirty="0"/>
              <a:t>内容</a:t>
            </a:r>
            <a:r>
              <a:rPr lang="en-US" altLang="zh-CN" dirty="0">
                <a:latin typeface="Arial" panose="020B0604020202020204" pitchFamily="34" charset="0"/>
              </a:rPr>
              <a:t>——</a:t>
            </a:r>
            <a:r>
              <a:rPr lang="zh-CN" altLang="en-US" dirty="0"/>
              <a:t>测试策略</a:t>
            </a:r>
            <a:endParaRPr lang="zh-CN" altLang="en-US" dirty="0"/>
          </a:p>
        </p:txBody>
      </p:sp>
      <p:sp>
        <p:nvSpPr>
          <p:cNvPr id="10244" name="Rectangle 3"/>
          <p:cNvSpPr>
            <a:spLocks noGrp="1"/>
          </p:cNvSpPr>
          <p:nvPr>
            <p:ph idx="1"/>
          </p:nvPr>
        </p:nvSpPr>
        <p:spPr>
          <a:xfrm>
            <a:off x="762000" y="1295400"/>
            <a:ext cx="8077200" cy="5029200"/>
          </a:xfrm>
          <a:ln/>
        </p:spPr>
        <p:txBody>
          <a:bodyPr vert="horz" wrap="square" lIns="91440" tIns="45720" rIns="91440" bIns="45720" anchor="t" anchorCtr="0"/>
          <a:p>
            <a:pPr eaLnBrk="1" hangingPunct="1">
              <a:lnSpc>
                <a:spcPct val="125000"/>
              </a:lnSpc>
              <a:spcBef>
                <a:spcPts val="1000"/>
              </a:spcBef>
              <a:spcAft>
                <a:spcPts val="500"/>
              </a:spcAft>
            </a:pPr>
            <a:r>
              <a:rPr lang="zh-CN" altLang="en-US" sz="2400" dirty="0"/>
              <a:t>测试策略提供了对测试对象进行测试的推荐方法。 上一节“测试需求”中说明的是测试对象，本节则要</a:t>
            </a:r>
            <a:r>
              <a:rPr lang="zh-CN" altLang="en-US" sz="2400" dirty="0">
                <a:solidFill>
                  <a:srgbClr val="FF0000"/>
                </a:solidFill>
              </a:rPr>
              <a:t>说明如何对测试对象进行测试</a:t>
            </a:r>
            <a:r>
              <a:rPr lang="zh-CN" altLang="en-US" sz="2400" dirty="0"/>
              <a:t>。</a:t>
            </a:r>
            <a:r>
              <a:rPr lang="zh-CN" altLang="en-US" sz="2800" dirty="0"/>
              <a:t> </a:t>
            </a:r>
            <a:endParaRPr lang="zh-CN" altLang="en-US" sz="2800" dirty="0"/>
          </a:p>
          <a:p>
            <a:pPr lvl="1" eaLnBrk="1" hangingPunct="1">
              <a:lnSpc>
                <a:spcPct val="125000"/>
              </a:lnSpc>
              <a:spcBef>
                <a:spcPts val="1000"/>
              </a:spcBef>
              <a:spcAft>
                <a:spcPts val="500"/>
              </a:spcAft>
            </a:pPr>
            <a:r>
              <a:rPr lang="zh-CN" altLang="en-US" sz="2000" dirty="0"/>
              <a:t>对于每种测试，都应提供测试说明，并解释其实施和执行的原因。</a:t>
            </a:r>
            <a:endParaRPr lang="zh-CN" altLang="en-US" sz="2000" dirty="0"/>
          </a:p>
          <a:p>
            <a:pPr lvl="1" eaLnBrk="1" hangingPunct="1">
              <a:lnSpc>
                <a:spcPct val="125000"/>
              </a:lnSpc>
              <a:spcBef>
                <a:spcPts val="1000"/>
              </a:spcBef>
              <a:spcAft>
                <a:spcPts val="500"/>
              </a:spcAft>
            </a:pPr>
            <a:r>
              <a:rPr lang="zh-CN" altLang="en-US" sz="2000" dirty="0"/>
              <a:t>如果将不实施和执行某种测试，则应该用一句话加以说明，并陈述这样做的理由。例如，“将不实施和执行该测试， 该测试不合适。”</a:t>
            </a:r>
            <a:endParaRPr lang="zh-CN" altLang="en-US" sz="2000" dirty="0"/>
          </a:p>
          <a:p>
            <a:pPr lvl="1" eaLnBrk="1" hangingPunct="1">
              <a:lnSpc>
                <a:spcPct val="125000"/>
              </a:lnSpc>
              <a:spcBef>
                <a:spcPts val="1000"/>
              </a:spcBef>
              <a:spcAft>
                <a:spcPts val="500"/>
              </a:spcAft>
            </a:pPr>
            <a:r>
              <a:rPr lang="zh-CN" altLang="en-US" sz="2000" dirty="0"/>
              <a:t>制定测试策略时所考虑的主要事项有：将要使用的技术以及判断测试何时完成的标准。</a:t>
            </a:r>
            <a:endParaRPr lang="zh-CN" altLang="en-US" sz="2000" dirty="0"/>
          </a:p>
        </p:txBody>
      </p:sp>
    </p:spTree>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灯片编号占位符 6"/>
          <p:cNvSpPr txBox="1">
            <a:spLocks noGrp="1"/>
          </p:cNvSpPr>
          <p:nvPr>
            <p:ph type="sldNum" sz="quarter" idx="12"/>
          </p:nvPr>
        </p:nvSpPr>
        <p:spPr>
          <a:ln/>
        </p:spPr>
        <p:txBody>
          <a:bodyPr/>
          <a:p>
            <a:pPr marL="0" indent="0" algn="ctr" eaLnBrk="1" hangingPunct="1">
              <a:spcBef>
                <a:spcPct val="0"/>
              </a:spcBef>
              <a:buClrTx/>
              <a:buSzTx/>
              <a:buFontTx/>
              <a:buNone/>
            </a:pPr>
            <a:fld id="{9A0DB2DC-4C9A-4742-B13C-FB6460FD3503}" type="slidenum">
              <a:rPr lang="en-US" altLang="zh-CN" sz="1400" b="0" dirty="0"/>
            </a:fld>
            <a:endParaRPr lang="en-US" altLang="zh-CN" sz="1400" b="0" dirty="0"/>
          </a:p>
        </p:txBody>
      </p:sp>
      <p:sp>
        <p:nvSpPr>
          <p:cNvPr id="11267" name="Rectangle 2"/>
          <p:cNvSpPr>
            <a:spLocks noGrp="1"/>
          </p:cNvSpPr>
          <p:nvPr>
            <p:ph type="title"/>
          </p:nvPr>
        </p:nvSpPr>
        <p:spPr>
          <a:ln/>
        </p:spPr>
        <p:txBody>
          <a:bodyPr vert="horz" wrap="square" lIns="91440" tIns="45720" rIns="91440" bIns="45720" anchor="b" anchorCtr="0"/>
          <a:p>
            <a:pPr eaLnBrk="1" hangingPunct="1"/>
            <a:r>
              <a:rPr lang="zh-CN" altLang="en-US" dirty="0"/>
              <a:t>内容</a:t>
            </a:r>
            <a:r>
              <a:rPr lang="en-US" altLang="zh-CN" dirty="0">
                <a:latin typeface="Arial" panose="020B0604020202020204" pitchFamily="34" charset="0"/>
              </a:rPr>
              <a:t>——</a:t>
            </a:r>
            <a:r>
              <a:rPr lang="zh-CN" altLang="en-US" dirty="0"/>
              <a:t>测试策略</a:t>
            </a:r>
            <a:r>
              <a:rPr lang="en-US" altLang="zh-CN" dirty="0">
                <a:latin typeface="Arial" panose="020B0604020202020204" pitchFamily="34" charset="0"/>
              </a:rPr>
              <a:t>——</a:t>
            </a:r>
            <a:r>
              <a:rPr lang="en-US" altLang="zh-CN" dirty="0"/>
              <a:t>3.1 </a:t>
            </a:r>
            <a:r>
              <a:rPr lang="zh-CN" altLang="en-US" dirty="0"/>
              <a:t>测试类型</a:t>
            </a:r>
            <a:endParaRPr lang="zh-CN" altLang="en-US" dirty="0"/>
          </a:p>
        </p:txBody>
      </p:sp>
      <p:sp>
        <p:nvSpPr>
          <p:cNvPr id="11268" name="Rectangle 3"/>
          <p:cNvSpPr>
            <a:spLocks noGrp="1" noChangeArrowheads="1"/>
          </p:cNvSpPr>
          <p:nvPr>
            <p:ph type="body" sz="half" idx="1"/>
          </p:nvPr>
        </p:nvSpPr>
        <p:spPr>
          <a:xfrm>
            <a:off x="457200" y="1295400"/>
            <a:ext cx="8382000" cy="1371600"/>
          </a:xfrm>
        </p:spPr>
        <p:txBody>
          <a:bodyPr vert="horz" wrap="square" lIns="91440" tIns="45720" rIns="91440" bIns="45720" numCol="1" anchor="t" anchorCtr="0" compatLnSpc="1"/>
          <a:lstStyle/>
          <a:p>
            <a:pPr marL="342900" marR="0" lvl="0" indent="-342900" algn="just" defTabSz="914400" rtl="0" eaLnBrk="1" fontAlgn="base" latinLnBrk="0" hangingPunct="1">
              <a:lnSpc>
                <a:spcPct val="90000"/>
              </a:lnSpc>
              <a:spcBef>
                <a:spcPct val="20000"/>
              </a:spcBef>
              <a:spcAft>
                <a:spcPct val="0"/>
              </a:spcAft>
              <a:buClr>
                <a:schemeClr val="bg2"/>
              </a:buClr>
              <a:buSzPct val="70000"/>
              <a:buFont typeface="Wingdings" panose="05000000000000000000" pitchFamily="2" charset="2"/>
              <a:buChar char="l"/>
              <a:defRPr/>
            </a:pPr>
            <a:r>
              <a:rPr kumimoji="0" lang="en-US" altLang="zh-CN" sz="2500" b="1" i="0" u="none" strike="noStrike" kern="0" cap="none" spc="0" normalizeH="0" baseline="0" noProof="0" dirty="0" smtClean="0">
                <a:ln>
                  <a:noFill/>
                </a:ln>
                <a:solidFill>
                  <a:schemeClr val="tx1"/>
                </a:solidFill>
                <a:effectLst/>
                <a:uLnTx/>
                <a:uFillTx/>
                <a:latin typeface="+mn-lt"/>
                <a:ea typeface="+mn-ea"/>
                <a:cs typeface="+mn-cs"/>
              </a:rPr>
              <a:t>3.1.1     </a:t>
            </a:r>
            <a:r>
              <a:rPr kumimoji="0" lang="zh-CN" altLang="en-US" sz="2500" b="1" i="0" u="none" strike="noStrike" kern="0" cap="none" spc="0" normalizeH="0" baseline="0" noProof="0" dirty="0" smtClean="0">
                <a:ln>
                  <a:noFill/>
                </a:ln>
                <a:solidFill>
                  <a:schemeClr val="tx1"/>
                </a:solidFill>
                <a:effectLst/>
                <a:uLnTx/>
                <a:uFillTx/>
                <a:latin typeface="+mn-lt"/>
                <a:ea typeface="+mn-ea"/>
                <a:cs typeface="+mn-cs"/>
              </a:rPr>
              <a:t>数据和数据库完整性测试</a:t>
            </a:r>
            <a:endParaRPr kumimoji="0" lang="en-US" altLang="zh-CN" sz="2500" b="1"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100000"/>
              </a:lnSpc>
              <a:spcBef>
                <a:spcPct val="20000"/>
              </a:spcBef>
              <a:spcAft>
                <a:spcPct val="0"/>
              </a:spcAft>
              <a:buClr>
                <a:schemeClr val="bg2"/>
              </a:buClr>
              <a:buSzPct val="70000"/>
              <a:buFont typeface="Wingdings" panose="05000000000000000000" pitchFamily="2" charset="2"/>
              <a:buNone/>
              <a:defRPr/>
            </a:pPr>
            <a:r>
              <a:rPr kumimoji="0" lang="zh-CN" altLang="en-US" sz="2000" b="1" i="0" u="none" strike="noStrike" kern="0" cap="none" spc="0" normalizeH="0" baseline="0" noProof="0" dirty="0" smtClean="0">
                <a:ln>
                  <a:noFill/>
                </a:ln>
                <a:solidFill>
                  <a:schemeClr val="tx1"/>
                </a:solidFill>
                <a:effectLst/>
                <a:uLnTx/>
                <a:uFillTx/>
                <a:latin typeface="+mn-lt"/>
                <a:ea typeface="+mn-ea"/>
                <a:cs typeface="+mn-cs"/>
              </a:rPr>
              <a:t>在 </a:t>
            </a:r>
            <a:r>
              <a:rPr kumimoji="0" lang="en-US" altLang="zh-CN" sz="2000" b="1" i="0" u="none" strike="noStrike" kern="0" cap="none" spc="0" normalizeH="0" baseline="0" noProof="0" dirty="0" smtClean="0">
                <a:ln>
                  <a:noFill/>
                </a:ln>
                <a:solidFill>
                  <a:schemeClr val="tx1"/>
                </a:solidFill>
                <a:effectLst/>
                <a:uLnTx/>
                <a:uFillTx/>
                <a:latin typeface="+mn-lt"/>
                <a:ea typeface="+mn-ea"/>
                <a:cs typeface="+mn-cs"/>
              </a:rPr>
              <a:t>&lt;</a:t>
            </a:r>
            <a:r>
              <a:rPr kumimoji="0" lang="zh-CN" altLang="en-US" sz="2000" b="1" i="0" u="none" strike="noStrike" kern="0" cap="none" spc="0" normalizeH="0" baseline="0" noProof="0" dirty="0" smtClean="0">
                <a:ln>
                  <a:noFill/>
                </a:ln>
                <a:solidFill>
                  <a:schemeClr val="tx1"/>
                </a:solidFill>
                <a:effectLst/>
                <a:uLnTx/>
                <a:uFillTx/>
                <a:latin typeface="+mn-lt"/>
                <a:ea typeface="+mn-ea"/>
                <a:cs typeface="+mn-cs"/>
              </a:rPr>
              <a:t>项目名称</a:t>
            </a:r>
            <a:r>
              <a:rPr kumimoji="0" lang="en-US" altLang="zh-CN" sz="2000" b="1" i="0" u="none" strike="noStrike" kern="0" cap="none" spc="0" normalizeH="0" baseline="0" noProof="0" dirty="0" smtClean="0">
                <a:ln>
                  <a:noFill/>
                </a:ln>
                <a:solidFill>
                  <a:schemeClr val="tx1"/>
                </a:solidFill>
                <a:effectLst/>
                <a:uLnTx/>
                <a:uFillTx/>
                <a:latin typeface="+mn-lt"/>
                <a:ea typeface="+mn-ea"/>
                <a:cs typeface="+mn-cs"/>
              </a:rPr>
              <a:t>&gt; </a:t>
            </a:r>
            <a:r>
              <a:rPr kumimoji="0" lang="zh-CN" altLang="en-US" sz="2000" b="1" i="0" u="none" strike="noStrike" kern="0" cap="none" spc="0" normalizeH="0" baseline="0" noProof="0" dirty="0" smtClean="0">
                <a:ln>
                  <a:noFill/>
                </a:ln>
                <a:solidFill>
                  <a:schemeClr val="tx1"/>
                </a:solidFill>
                <a:effectLst/>
                <a:uLnTx/>
                <a:uFillTx/>
                <a:latin typeface="+mn-lt"/>
                <a:ea typeface="+mn-ea"/>
                <a:cs typeface="+mn-cs"/>
              </a:rPr>
              <a:t>中，数据库和数据库进程应作为一个子系统来进行测试。 在测试这些子系统时，不应将测试对象的用户界面用作数据的接口。</a:t>
            </a:r>
            <a:endParaRPr kumimoji="0" lang="zh-CN" altLang="en-US" sz="1800" b="1" i="0" u="none" strike="noStrike" kern="0" cap="none" spc="0" normalizeH="0" baseline="0" noProof="0" dirty="0" smtClean="0">
              <a:ln>
                <a:noFill/>
              </a:ln>
              <a:solidFill>
                <a:schemeClr val="tx1"/>
              </a:solidFill>
              <a:effectLst/>
              <a:uLnTx/>
              <a:uFillTx/>
              <a:latin typeface="+mn-lt"/>
              <a:ea typeface="+mn-ea"/>
              <a:cs typeface="+mn-cs"/>
            </a:endParaRPr>
          </a:p>
        </p:txBody>
      </p:sp>
      <p:graphicFrame>
        <p:nvGraphicFramePr>
          <p:cNvPr id="311346" name="Group 50"/>
          <p:cNvGraphicFramePr>
            <a:graphicFrameLocks noGrp="1"/>
          </p:cNvGraphicFramePr>
          <p:nvPr>
            <p:ph sz="half" idx="1"/>
          </p:nvPr>
        </p:nvGraphicFramePr>
        <p:xfrm>
          <a:off x="609600" y="2667000"/>
          <a:ext cx="8153400" cy="3092450"/>
        </p:xfrm>
        <a:graphic>
          <a:graphicData uri="http://schemas.openxmlformats.org/drawingml/2006/table">
            <a:tbl>
              <a:tblPr/>
              <a:tblGrid>
                <a:gridCol w="1066800"/>
                <a:gridCol w="7086600"/>
              </a:tblGrid>
              <a:tr h="30483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GB"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测试目标：</a:t>
                      </a:r>
                      <a:endParaRPr kumimoji="0" lang="zh-CN" altLang="en-GB"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确保数据库访问方法和进程正常运行，数据不会遭到损坏。</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9056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GB"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技术：</a:t>
                      </a:r>
                      <a:endParaRPr kumimoji="0" lang="zh-CN" altLang="en-GB"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Char char="-"/>
                      </a:pP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调用</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各个数据库访问方法和进程，并在其中填充有效的和无效的数据（</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或</a:t>
                      </a:r>
                      <a:endPar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对</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数据的请求）。</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Char char="-"/>
                      </a:pP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检查</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数据库，确保数据已按预期的方式填充， 并且所有的数据库事件都</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已正常</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发生；或者检查所返回的数据，确保为正当的理由检索到了 正确的数据</a:t>
                      </a:r>
                      <a:endPar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5" marB="45725"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79456">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GB"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完成标准：</a:t>
                      </a:r>
                      <a:endParaRPr kumimoji="0" lang="zh-CN" altLang="en-GB"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所有的数据库访问方法和进程都按照设计的方式运行，数据没有遭到损坏。</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44987">
                <a:tc>
                  <a:txBody>
                    <a:bodyPr/>
                    <a:lstStyle/>
                    <a:p>
                      <a:pPr marL="342900" marR="0" lvl="0" indent="-342900" algn="just" defTabSz="914400" rtl="0" eaLnBrk="1" fontAlgn="base" latinLnBrk="0" hangingPunct="1">
                        <a:lnSpc>
                          <a:spcPct val="100000"/>
                        </a:lnSpc>
                        <a:spcBef>
                          <a:spcPct val="0"/>
                        </a:spcBef>
                        <a:spcAft>
                          <a:spcPct val="0"/>
                        </a:spcAft>
                        <a:buClrTx/>
                        <a:buSzTx/>
                        <a:buFontTx/>
                        <a:buNone/>
                      </a:pPr>
                      <a:r>
                        <a:rPr kumimoji="0" lang="zh-CN" altLang="en-GB"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需</a:t>
                      </a:r>
                      <a:r>
                        <a:rPr kumimoji="0" lang="zh-CN" altLang="en-GB"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考虑的</a:t>
                      </a:r>
                      <a:endParaRPr kumimoji="0" lang="en-US" altLang="zh-CN"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just" defTabSz="914400" rtl="0" eaLnBrk="1" fontAlgn="base" latinLnBrk="0" hangingPunct="1">
                        <a:lnSpc>
                          <a:spcPct val="100000"/>
                        </a:lnSpc>
                        <a:spcBef>
                          <a:spcPct val="0"/>
                        </a:spcBef>
                        <a:spcAft>
                          <a:spcPct val="0"/>
                        </a:spcAft>
                        <a:buClrTx/>
                        <a:buSzTx/>
                        <a:buFontTx/>
                        <a:buNone/>
                      </a:pPr>
                      <a:r>
                        <a:rPr kumimoji="0" lang="zh-CN" altLang="en-GB"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特殊</a:t>
                      </a:r>
                      <a:r>
                        <a:rPr kumimoji="0" lang="zh-CN" altLang="en-GB"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事项：</a:t>
                      </a:r>
                      <a:endParaRPr kumimoji="0" lang="zh-CN" altLang="en-GB"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测试可能需要 </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DBMS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开发环境或驱动程序在数据库中直接输入或修改数据。</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进程应该以手工方式调用。</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Char char="-"/>
                      </a:pP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应</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使用小型或最小的数据库（记录的数量有限） 来使所有无法接受的</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事件具有</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更大的可视度。</a:t>
                      </a:r>
                      <a:endPar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5" marB="45725"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灯片编号占位符 6"/>
          <p:cNvSpPr txBox="1">
            <a:spLocks noGrp="1"/>
          </p:cNvSpPr>
          <p:nvPr>
            <p:ph type="sldNum" sz="quarter" idx="12"/>
          </p:nvPr>
        </p:nvSpPr>
        <p:spPr>
          <a:ln/>
        </p:spPr>
        <p:txBody>
          <a:bodyPr/>
          <a:p>
            <a:pPr marL="0" indent="0" algn="ctr" eaLnBrk="1" hangingPunct="1">
              <a:spcBef>
                <a:spcPct val="0"/>
              </a:spcBef>
              <a:buClrTx/>
              <a:buSzTx/>
              <a:buFontTx/>
              <a:buNone/>
            </a:pPr>
            <a:fld id="{9A0DB2DC-4C9A-4742-B13C-FB6460FD3503}" type="slidenum">
              <a:rPr lang="en-US" altLang="zh-CN" sz="1400" b="0" dirty="0"/>
            </a:fld>
            <a:endParaRPr lang="en-US" altLang="zh-CN" sz="1400" b="0" dirty="0"/>
          </a:p>
        </p:txBody>
      </p:sp>
      <p:sp>
        <p:nvSpPr>
          <p:cNvPr id="12291" name="Rectangle 2"/>
          <p:cNvSpPr>
            <a:spLocks noGrp="1"/>
          </p:cNvSpPr>
          <p:nvPr>
            <p:ph type="title"/>
          </p:nvPr>
        </p:nvSpPr>
        <p:spPr>
          <a:ln/>
        </p:spPr>
        <p:txBody>
          <a:bodyPr vert="horz" wrap="square" lIns="91440" tIns="45720" rIns="91440" bIns="45720" anchor="b" anchorCtr="0"/>
          <a:p>
            <a:pPr eaLnBrk="1" hangingPunct="1"/>
            <a:r>
              <a:rPr lang="zh-CN" altLang="en-US" dirty="0"/>
              <a:t>内容</a:t>
            </a:r>
            <a:r>
              <a:rPr lang="en-US" altLang="zh-CN" dirty="0">
                <a:latin typeface="Arial" panose="020B0604020202020204" pitchFamily="34" charset="0"/>
              </a:rPr>
              <a:t>——</a:t>
            </a:r>
            <a:r>
              <a:rPr lang="zh-CN" altLang="en-US" dirty="0"/>
              <a:t>测试策略</a:t>
            </a:r>
            <a:r>
              <a:rPr lang="en-US" altLang="zh-CN" dirty="0">
                <a:latin typeface="Arial" panose="020B0604020202020204" pitchFamily="34" charset="0"/>
              </a:rPr>
              <a:t>——</a:t>
            </a:r>
            <a:r>
              <a:rPr lang="en-US" altLang="zh-CN" dirty="0"/>
              <a:t>3.1 </a:t>
            </a:r>
            <a:r>
              <a:rPr lang="zh-CN" altLang="en-US" dirty="0"/>
              <a:t>测试类型</a:t>
            </a:r>
            <a:endParaRPr lang="zh-CN" altLang="en-US" dirty="0"/>
          </a:p>
        </p:txBody>
      </p:sp>
      <p:sp>
        <p:nvSpPr>
          <p:cNvPr id="12292" name="Rectangle 3"/>
          <p:cNvSpPr>
            <a:spLocks noGrp="1" noChangeArrowheads="1"/>
          </p:cNvSpPr>
          <p:nvPr>
            <p:ph type="body" sz="half" idx="1"/>
          </p:nvPr>
        </p:nvSpPr>
        <p:spPr>
          <a:xfrm>
            <a:off x="609600" y="1219200"/>
            <a:ext cx="8305800" cy="21336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bg2"/>
              </a:buClr>
              <a:buSzPct val="70000"/>
              <a:buFont typeface="Wingdings" panose="05000000000000000000" pitchFamily="2" charset="2"/>
              <a:buChar char="l"/>
              <a:defRPr/>
            </a:pPr>
            <a:r>
              <a:rPr kumimoji="0" lang="en-US" altLang="zh-CN" sz="2500" b="1" i="0" u="none" strike="noStrike" kern="0" cap="none" spc="0" normalizeH="0" baseline="0" noProof="0" dirty="0" smtClean="0">
                <a:ln>
                  <a:noFill/>
                </a:ln>
                <a:solidFill>
                  <a:schemeClr val="tx1"/>
                </a:solidFill>
                <a:effectLst/>
                <a:uLnTx/>
                <a:uFillTx/>
                <a:latin typeface="+mn-lt"/>
                <a:ea typeface="+mn-ea"/>
                <a:cs typeface="+mn-cs"/>
              </a:rPr>
              <a:t>3.1.2     </a:t>
            </a:r>
            <a:r>
              <a:rPr kumimoji="0" lang="zh-CN" altLang="en-US" sz="2500" b="1" i="0" u="none" strike="noStrike" kern="0" cap="none" spc="0" normalizeH="0" baseline="0" noProof="0" dirty="0" smtClean="0">
                <a:ln>
                  <a:noFill/>
                </a:ln>
                <a:solidFill>
                  <a:schemeClr val="tx1"/>
                </a:solidFill>
                <a:effectLst/>
                <a:uLnTx/>
                <a:uFillTx/>
                <a:latin typeface="+mn-lt"/>
                <a:ea typeface="+mn-ea"/>
                <a:cs typeface="+mn-cs"/>
              </a:rPr>
              <a:t>功能测试</a:t>
            </a:r>
            <a:endParaRPr kumimoji="0" lang="en-US" altLang="zh-CN" sz="2500" b="1"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25000"/>
              </a:lnSpc>
              <a:spcBef>
                <a:spcPts val="20"/>
              </a:spcBef>
              <a:spcAft>
                <a:spcPts val="0"/>
              </a:spcAft>
              <a:buClr>
                <a:schemeClr val="bg2"/>
              </a:buClr>
              <a:buSzPct val="70000"/>
              <a:buFont typeface="Wingdings" panose="05000000000000000000" pitchFamily="2" charset="2"/>
              <a:buNone/>
              <a:defRPr/>
            </a:pPr>
            <a:r>
              <a:rPr kumimoji="0" lang="zh-CN" altLang="en-US" sz="1800" b="1" i="0" u="none" strike="noStrike" kern="0" cap="none" spc="0" normalizeH="0" baseline="0" noProof="0" dirty="0" smtClean="0">
                <a:ln>
                  <a:noFill/>
                </a:ln>
                <a:solidFill>
                  <a:schemeClr val="tx1"/>
                </a:solidFill>
                <a:effectLst/>
                <a:uLnTx/>
                <a:uFillTx/>
                <a:latin typeface="+mn-lt"/>
                <a:ea typeface="+mn-ea"/>
                <a:cs typeface="+mn-cs"/>
              </a:rPr>
              <a:t>对测试对象的功能测试应侧重于所有可直接追踪到用例或业务功能和业务规则的测试需求。 这种测试的</a:t>
            </a:r>
            <a:r>
              <a:rPr kumimoji="0" lang="zh-CN" altLang="en-US" sz="1800" b="1" i="0" u="none" strike="noStrike" kern="0" cap="none" spc="0" normalizeH="0" baseline="0" noProof="0" dirty="0" smtClean="0">
                <a:ln>
                  <a:noFill/>
                </a:ln>
                <a:solidFill>
                  <a:srgbClr val="FF0000"/>
                </a:solidFill>
                <a:effectLst/>
                <a:uLnTx/>
                <a:uFillTx/>
                <a:latin typeface="+mn-lt"/>
                <a:ea typeface="+mn-ea"/>
                <a:cs typeface="+mn-cs"/>
              </a:rPr>
              <a:t>目标是核实数据的接受、处理和检索是否正确，以及业务规则的实施是否恰当</a:t>
            </a:r>
            <a:r>
              <a:rPr kumimoji="0" lang="zh-CN" altLang="en-US" sz="1800" b="1" i="0" u="none" strike="noStrike" kern="0" cap="none" spc="0" normalizeH="0" baseline="0" noProof="0" dirty="0" smtClean="0">
                <a:ln>
                  <a:noFill/>
                </a:ln>
                <a:solidFill>
                  <a:schemeClr val="tx1"/>
                </a:solidFill>
                <a:effectLst/>
                <a:uLnTx/>
                <a:uFillTx/>
                <a:latin typeface="+mn-lt"/>
                <a:ea typeface="+mn-ea"/>
                <a:cs typeface="+mn-cs"/>
              </a:rPr>
              <a:t>。 此类测试基于黑盒技术，该技术通过图形用户界面 </a:t>
            </a:r>
            <a:r>
              <a:rPr kumimoji="0" lang="en-US" altLang="zh-CN" sz="1800" b="1" i="0" u="none" strike="noStrike" kern="0" cap="none" spc="0" normalizeH="0" baseline="0" noProof="0" dirty="0" smtClean="0">
                <a:ln>
                  <a:noFill/>
                </a:ln>
                <a:solidFill>
                  <a:schemeClr val="tx1"/>
                </a:solidFill>
                <a:effectLst/>
                <a:uLnTx/>
                <a:uFillTx/>
                <a:latin typeface="+mn-lt"/>
                <a:ea typeface="+mn-ea"/>
                <a:cs typeface="+mn-cs"/>
              </a:rPr>
              <a:t>(GUI) </a:t>
            </a:r>
            <a:r>
              <a:rPr kumimoji="0" lang="zh-CN" altLang="en-US" sz="1800" b="1" i="0" u="none" strike="noStrike" kern="0" cap="none" spc="0" normalizeH="0" baseline="0" noProof="0" dirty="0" smtClean="0">
                <a:ln>
                  <a:noFill/>
                </a:ln>
                <a:solidFill>
                  <a:schemeClr val="tx1"/>
                </a:solidFill>
                <a:effectLst/>
                <a:uLnTx/>
                <a:uFillTx/>
                <a:latin typeface="+mn-lt"/>
                <a:ea typeface="+mn-ea"/>
                <a:cs typeface="+mn-cs"/>
              </a:rPr>
              <a:t>与应用程序进行交互，并对交互的输出或结果进行分析，以此来核实应用程序及其内部进程。</a:t>
            </a:r>
            <a:endParaRPr kumimoji="0" lang="zh-CN" altLang="en-US" sz="1800" b="1" i="0" u="none" strike="noStrike" kern="0" cap="none" spc="0" normalizeH="0" baseline="0" noProof="0" dirty="0" smtClean="0">
              <a:ln>
                <a:noFill/>
              </a:ln>
              <a:solidFill>
                <a:schemeClr val="tx1"/>
              </a:solidFill>
              <a:effectLst/>
              <a:uLnTx/>
              <a:uFillTx/>
              <a:latin typeface="+mn-lt"/>
              <a:ea typeface="+mn-ea"/>
              <a:cs typeface="+mn-cs"/>
            </a:endParaRPr>
          </a:p>
        </p:txBody>
      </p:sp>
      <p:graphicFrame>
        <p:nvGraphicFramePr>
          <p:cNvPr id="314420" name="Group 52"/>
          <p:cNvGraphicFramePr>
            <a:graphicFrameLocks noGrp="1"/>
          </p:cNvGraphicFramePr>
          <p:nvPr>
            <p:ph sz="half" idx="1"/>
          </p:nvPr>
        </p:nvGraphicFramePr>
        <p:xfrm>
          <a:off x="609600" y="3352800"/>
          <a:ext cx="8229600" cy="2887663"/>
        </p:xfrm>
        <a:graphic>
          <a:graphicData uri="http://schemas.openxmlformats.org/drawingml/2006/table">
            <a:tbl>
              <a:tblPr/>
              <a:tblGrid>
                <a:gridCol w="1219200"/>
                <a:gridCol w="7010400"/>
              </a:tblGrid>
              <a:tr h="41910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GB"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测试目标：</a:t>
                      </a:r>
                      <a:endParaRPr kumimoji="0" lang="zh-CN" altLang="en-GB"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确保测试对象的功能正常，其中包括导航、数据输入、处理和检索等功能。</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3980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GB"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技术：</a:t>
                      </a:r>
                      <a:endParaRPr kumimoji="0" lang="zh-CN" altLang="en-GB"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利用有效的和无效的数据来执行各个用例、用例流或功能，以核实以下</a:t>
                      </a:r>
                      <a:r>
                        <a:rPr kumimoji="0" lang="zh-CN" altLang="en-US"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内</a:t>
                      </a:r>
                      <a:endParaRPr kumimoji="0" lang="en-US" altLang="zh-CN"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容</a:t>
                      </a:r>
                      <a:r>
                        <a:rPr kumimoji="0" lang="zh-CN" altLang="en-US"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在使用有效数据时得到预期的结果。</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在使用无效数据时显示相应的错误消息或 警告消息。</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各业务规则都得到了正确的应用。</a:t>
                      </a:r>
                      <a:endPar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497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GB"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完成标准：</a:t>
                      </a:r>
                      <a:endParaRPr kumimoji="0" lang="zh-CN" altLang="en-GB"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所计划的测试已全部执行。</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所发现的缺陷已全部解决。</a:t>
                      </a:r>
                      <a:endPar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6563">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GB"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需考虑的</a:t>
                      </a:r>
                      <a:r>
                        <a:rPr kumimoji="0" lang="zh-CN" altLang="en-GB"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特</a:t>
                      </a:r>
                      <a:endParaRPr kumimoji="0" lang="en-US" altLang="zh-CN"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GB"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殊</a:t>
                      </a:r>
                      <a:r>
                        <a:rPr kumimoji="0" lang="zh-CN" altLang="en-GB"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事项：</a:t>
                      </a:r>
                      <a:endParaRPr kumimoji="0" lang="zh-CN" altLang="en-GB"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确定或说明那些将对功能测试的实施和执行造成影响的事项或因素（</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内部</a:t>
                      </a:r>
                      <a:endPar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的</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或外部的）</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灯片编号占位符 6"/>
          <p:cNvSpPr txBox="1">
            <a:spLocks noGrp="1"/>
          </p:cNvSpPr>
          <p:nvPr>
            <p:ph type="sldNum" sz="quarter" idx="12"/>
          </p:nvPr>
        </p:nvSpPr>
        <p:spPr>
          <a:ln/>
        </p:spPr>
        <p:txBody>
          <a:bodyPr/>
          <a:p>
            <a:pPr marL="0" indent="0" algn="ctr" eaLnBrk="1" hangingPunct="1">
              <a:spcBef>
                <a:spcPct val="0"/>
              </a:spcBef>
              <a:buClrTx/>
              <a:buSzTx/>
              <a:buFontTx/>
              <a:buNone/>
            </a:pPr>
            <a:fld id="{9A0DB2DC-4C9A-4742-B13C-FB6460FD3503}" type="slidenum">
              <a:rPr lang="en-US" altLang="zh-CN" sz="1400" b="0" dirty="0"/>
            </a:fld>
            <a:endParaRPr lang="en-US" altLang="zh-CN" sz="1400" b="0" dirty="0"/>
          </a:p>
        </p:txBody>
      </p:sp>
      <p:sp>
        <p:nvSpPr>
          <p:cNvPr id="13315" name="Rectangle 4"/>
          <p:cNvSpPr>
            <a:spLocks noGrp="1"/>
          </p:cNvSpPr>
          <p:nvPr>
            <p:ph type="title"/>
          </p:nvPr>
        </p:nvSpPr>
        <p:spPr>
          <a:ln/>
        </p:spPr>
        <p:txBody>
          <a:bodyPr vert="horz" wrap="square" lIns="91440" tIns="45720" rIns="91440" bIns="45720" anchor="b" anchorCtr="0"/>
          <a:p>
            <a:pPr eaLnBrk="1" hangingPunct="1"/>
            <a:r>
              <a:rPr lang="zh-CN" altLang="en-US" dirty="0"/>
              <a:t>内容</a:t>
            </a:r>
            <a:r>
              <a:rPr lang="en-US" altLang="zh-CN" dirty="0">
                <a:latin typeface="Arial" panose="020B0604020202020204" pitchFamily="34" charset="0"/>
              </a:rPr>
              <a:t>——</a:t>
            </a:r>
            <a:r>
              <a:rPr lang="zh-CN" altLang="en-US" dirty="0"/>
              <a:t>测试策略</a:t>
            </a:r>
            <a:r>
              <a:rPr lang="en-US" altLang="zh-CN" dirty="0">
                <a:latin typeface="Arial" panose="020B0604020202020204" pitchFamily="34" charset="0"/>
              </a:rPr>
              <a:t>——</a:t>
            </a:r>
            <a:r>
              <a:rPr lang="en-US" altLang="zh-CN" dirty="0"/>
              <a:t>3.1 </a:t>
            </a:r>
            <a:r>
              <a:rPr lang="zh-CN" altLang="en-US" dirty="0"/>
              <a:t>测试类型</a:t>
            </a:r>
            <a:endParaRPr lang="zh-CN" altLang="en-US" dirty="0"/>
          </a:p>
        </p:txBody>
      </p:sp>
      <p:sp>
        <p:nvSpPr>
          <p:cNvPr id="13316" name="Rectangle 5"/>
          <p:cNvSpPr>
            <a:spLocks noGrp="1" noChangeArrowheads="1"/>
          </p:cNvSpPr>
          <p:nvPr>
            <p:ph type="body" sz="half" idx="1"/>
          </p:nvPr>
        </p:nvSpPr>
        <p:spPr>
          <a:xfrm>
            <a:off x="533400" y="1295400"/>
            <a:ext cx="8382000" cy="1828800"/>
          </a:xfrm>
        </p:spPr>
        <p:txBody>
          <a:bodyPr vert="horz" wrap="square" lIns="91440" tIns="45720" rIns="91440" bIns="45720" numCol="1" anchor="t" anchorCtr="0" compatLnSpc="1"/>
          <a:lstStyle/>
          <a:p>
            <a:pPr marL="342900" marR="0" lvl="0" indent="-342900" algn="just" defTabSz="914400" rtl="0" eaLnBrk="1" fontAlgn="base" latinLnBrk="0" hangingPunct="1">
              <a:lnSpc>
                <a:spcPct val="100000"/>
              </a:lnSpc>
              <a:spcBef>
                <a:spcPct val="20000"/>
              </a:spcBef>
              <a:spcAft>
                <a:spcPct val="0"/>
              </a:spcAft>
              <a:buClr>
                <a:schemeClr val="bg2"/>
              </a:buClr>
              <a:buSzPct val="70000"/>
              <a:buFont typeface="Wingdings" panose="05000000000000000000" pitchFamily="2" charset="2"/>
              <a:buChar char="l"/>
              <a:defRPr/>
            </a:pPr>
            <a:r>
              <a:rPr kumimoji="0" lang="en-US" altLang="zh-CN" sz="2500" b="1" i="0" u="none" strike="noStrike" kern="0" cap="none" spc="0" normalizeH="0" baseline="0" noProof="0" dirty="0" smtClean="0">
                <a:ln>
                  <a:noFill/>
                </a:ln>
                <a:solidFill>
                  <a:schemeClr val="tx1"/>
                </a:solidFill>
                <a:effectLst/>
                <a:uLnTx/>
                <a:uFillTx/>
                <a:latin typeface="+mn-lt"/>
                <a:ea typeface="+mn-ea"/>
                <a:cs typeface="+mn-cs"/>
              </a:rPr>
              <a:t>3.1.3     </a:t>
            </a:r>
            <a:r>
              <a:rPr kumimoji="0" lang="zh-CN" altLang="en-US" sz="2500" b="1" i="0" u="none" strike="noStrike" kern="0" cap="none" spc="0" normalizeH="0" baseline="0" noProof="0" dirty="0" smtClean="0">
                <a:ln>
                  <a:noFill/>
                </a:ln>
                <a:solidFill>
                  <a:schemeClr val="tx1"/>
                </a:solidFill>
                <a:effectLst/>
                <a:uLnTx/>
                <a:uFillTx/>
                <a:latin typeface="+mn-lt"/>
                <a:ea typeface="+mn-ea"/>
                <a:cs typeface="+mn-cs"/>
              </a:rPr>
              <a:t>业务周期测试</a:t>
            </a:r>
            <a:endParaRPr kumimoji="0" lang="en-US" altLang="zh-CN" sz="2500" b="1"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100000"/>
              </a:lnSpc>
              <a:spcBef>
                <a:spcPct val="20000"/>
              </a:spcBef>
              <a:spcAft>
                <a:spcPct val="0"/>
              </a:spcAft>
              <a:buClr>
                <a:schemeClr val="bg2"/>
              </a:buClr>
              <a:buSzPct val="70000"/>
              <a:buFont typeface="Wingdings" panose="05000000000000000000" pitchFamily="2" charset="2"/>
              <a:buNone/>
              <a:defRPr/>
            </a:pPr>
            <a:r>
              <a:rPr kumimoji="0" lang="zh-CN" altLang="en-US" sz="2000" b="1" i="0" u="none" strike="noStrike" kern="0" cap="none" spc="0" normalizeH="0" baseline="0" noProof="0" dirty="0" smtClean="0">
                <a:ln>
                  <a:noFill/>
                </a:ln>
                <a:solidFill>
                  <a:schemeClr val="tx1"/>
                </a:solidFill>
                <a:effectLst/>
                <a:uLnTx/>
                <a:uFillTx/>
                <a:latin typeface="+mn-lt"/>
                <a:ea typeface="+mn-ea"/>
                <a:cs typeface="+mn-cs"/>
              </a:rPr>
              <a:t>业务周期测试应模拟在一段时间内对 </a:t>
            </a:r>
            <a:r>
              <a:rPr kumimoji="0" lang="en-US" altLang="zh-CN" sz="2000" b="1" i="0" u="none" strike="noStrike" kern="0" cap="none" spc="0" normalizeH="0" baseline="0" noProof="0" dirty="0" smtClean="0">
                <a:ln>
                  <a:noFill/>
                </a:ln>
                <a:solidFill>
                  <a:schemeClr val="tx1"/>
                </a:solidFill>
                <a:effectLst/>
                <a:uLnTx/>
                <a:uFillTx/>
                <a:latin typeface="+mn-lt"/>
                <a:ea typeface="+mn-ea"/>
                <a:cs typeface="+mn-cs"/>
              </a:rPr>
              <a:t>&lt;</a:t>
            </a:r>
            <a:r>
              <a:rPr kumimoji="0" lang="zh-CN" altLang="en-US" sz="2000" b="1" i="0" u="none" strike="noStrike" kern="0" cap="none" spc="0" normalizeH="0" baseline="0" noProof="0" dirty="0" smtClean="0">
                <a:ln>
                  <a:noFill/>
                </a:ln>
                <a:solidFill>
                  <a:schemeClr val="tx1"/>
                </a:solidFill>
                <a:effectLst/>
                <a:uLnTx/>
                <a:uFillTx/>
                <a:latin typeface="+mn-lt"/>
                <a:ea typeface="+mn-ea"/>
                <a:cs typeface="+mn-cs"/>
              </a:rPr>
              <a:t>项目名称</a:t>
            </a:r>
            <a:r>
              <a:rPr kumimoji="0" lang="en-US" altLang="zh-CN" sz="2000" b="1" i="0" u="none" strike="noStrike" kern="0" cap="none" spc="0" normalizeH="0" baseline="0" noProof="0" dirty="0" smtClean="0">
                <a:ln>
                  <a:noFill/>
                </a:ln>
                <a:solidFill>
                  <a:schemeClr val="tx1"/>
                </a:solidFill>
                <a:effectLst/>
                <a:uLnTx/>
                <a:uFillTx/>
                <a:latin typeface="+mn-lt"/>
                <a:ea typeface="+mn-ea"/>
                <a:cs typeface="+mn-cs"/>
              </a:rPr>
              <a:t>&gt; </a:t>
            </a:r>
            <a:r>
              <a:rPr kumimoji="0" lang="zh-CN" altLang="en-US" sz="2000" b="1" i="0" u="none" strike="noStrike" kern="0" cap="none" spc="0" normalizeH="0" baseline="0" noProof="0" dirty="0" smtClean="0">
                <a:ln>
                  <a:noFill/>
                </a:ln>
                <a:solidFill>
                  <a:schemeClr val="tx1"/>
                </a:solidFill>
                <a:effectLst/>
                <a:uLnTx/>
                <a:uFillTx/>
                <a:latin typeface="+mn-lt"/>
                <a:ea typeface="+mn-ea"/>
                <a:cs typeface="+mn-cs"/>
              </a:rPr>
              <a:t>执行的活动。 应先确定一个时间段（例如一年），然后执行将在该时间段（一年内）发生的事务和活动。 这种测试包括所有的日、周和月周期，以及所有与日期相关的事件（如备忘录）。</a:t>
            </a:r>
            <a:endParaRPr kumimoji="0" lang="zh-CN" altLang="en-US" sz="2000" b="1" i="0" u="none" strike="noStrike" kern="0" cap="none" spc="0" normalizeH="0" baseline="0" noProof="0" dirty="0" smtClean="0">
              <a:ln>
                <a:noFill/>
              </a:ln>
              <a:solidFill>
                <a:schemeClr val="tx1"/>
              </a:solidFill>
              <a:effectLst/>
              <a:uLnTx/>
              <a:uFillTx/>
              <a:latin typeface="+mn-lt"/>
              <a:ea typeface="+mn-ea"/>
              <a:cs typeface="+mn-cs"/>
            </a:endParaRPr>
          </a:p>
        </p:txBody>
      </p:sp>
      <p:graphicFrame>
        <p:nvGraphicFramePr>
          <p:cNvPr id="13335" name="Group 23"/>
          <p:cNvGraphicFramePr>
            <a:graphicFrameLocks noGrp="1"/>
          </p:cNvGraphicFramePr>
          <p:nvPr>
            <p:ph sz="half" idx="1"/>
          </p:nvPr>
        </p:nvGraphicFramePr>
        <p:xfrm>
          <a:off x="533400" y="3124200"/>
          <a:ext cx="8305800" cy="3602038"/>
        </p:xfrm>
        <a:graphic>
          <a:graphicData uri="http://schemas.openxmlformats.org/drawingml/2006/table">
            <a:tbl>
              <a:tblPr/>
              <a:tblGrid>
                <a:gridCol w="1066800"/>
                <a:gridCol w="7239000"/>
              </a:tblGrid>
              <a:tr h="317419">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测试目标</a:t>
                      </a:r>
                      <a:endParaRPr kumimoji="0" lang="zh-CN" altLang="en-GB"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19045" marB="1904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确保测试对象及背景的进程都按照所要求的业务模型和时间表正确运行。</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5" marB="19045"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958188">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技术：</a:t>
                      </a:r>
                      <a:endParaRPr kumimoji="0" lang="zh-CN" altLang="en-GB"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19045" marB="1904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通过执行以下活动，测试将模拟若干个业务周期：</a:t>
                      </a:r>
                      <a:endParaRPr kumimoji="0" lang="zh-CN" altLang="en-US"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将修改或改进对测试对象进行的功能测试，以增加每项功能的执行次数，</a:t>
                      </a:r>
                      <a:endPar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从而</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在指定的时间段内模拟若干个不同的用户。</a:t>
                      </a:r>
                      <a:endPar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将使用有效的和无效的数据或时间段来执行所有与时间或数据相关的功能</a:t>
                      </a:r>
                      <a:endPar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将在适当的时间执行或启用所有周期性出现的功能。</a:t>
                      </a:r>
                      <a:endPar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在测试中还将使用有效的和无效的数据，以核实以下内容：</a:t>
                      </a:r>
                      <a:endParaRPr kumimoji="0" lang="zh-CN" altLang="en-US"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在使用有效数据时得到预期的结果。</a:t>
                      </a:r>
                      <a:endPar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在使用无效数据时显示相应的错误消息或警告消息。</a:t>
                      </a:r>
                      <a:endPar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各业务规则都得到了正确的应用。</a:t>
                      </a:r>
                      <a:endPar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19045" marB="19045"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64778">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完成标准：</a:t>
                      </a:r>
                      <a:endParaRPr kumimoji="0" lang="zh-CN" altLang="en-GB"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5" marB="1904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所计划的测试已全部执行。</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所发现的缺陷已全部解决。</a:t>
                      </a:r>
                      <a:endPar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19045" marB="19045"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64778">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需考虑的特殊事项：</a:t>
                      </a:r>
                      <a:endParaRPr kumimoji="0" lang="zh-CN" altLang="en-GB"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5" marB="1904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系统日期和事件可能需要特殊的支持活动</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需要通过业务模型来确定相应的测试需求和测试过程。</a:t>
                      </a:r>
                      <a:endPar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19045" marB="19045"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灯片编号占位符 6"/>
          <p:cNvSpPr txBox="1">
            <a:spLocks noGrp="1"/>
          </p:cNvSpPr>
          <p:nvPr>
            <p:ph type="sldNum" sz="quarter" idx="12"/>
          </p:nvPr>
        </p:nvSpPr>
        <p:spPr>
          <a:ln/>
        </p:spPr>
        <p:txBody>
          <a:bodyPr/>
          <a:p>
            <a:pPr marL="0" indent="0" algn="ctr" eaLnBrk="1" hangingPunct="1">
              <a:spcBef>
                <a:spcPct val="0"/>
              </a:spcBef>
              <a:buClrTx/>
              <a:buSzTx/>
              <a:buFontTx/>
              <a:buNone/>
            </a:pPr>
            <a:fld id="{9A0DB2DC-4C9A-4742-B13C-FB6460FD3503}" type="slidenum">
              <a:rPr lang="en-US" altLang="zh-CN" sz="1400" b="0" dirty="0"/>
            </a:fld>
            <a:endParaRPr lang="en-US" altLang="zh-CN" sz="1400" b="0" dirty="0"/>
          </a:p>
        </p:txBody>
      </p:sp>
      <p:sp>
        <p:nvSpPr>
          <p:cNvPr id="14339" name="Rectangle 2"/>
          <p:cNvSpPr>
            <a:spLocks noGrp="1"/>
          </p:cNvSpPr>
          <p:nvPr>
            <p:ph type="title"/>
          </p:nvPr>
        </p:nvSpPr>
        <p:spPr>
          <a:ln/>
        </p:spPr>
        <p:txBody>
          <a:bodyPr vert="horz" wrap="square" lIns="91440" tIns="45720" rIns="91440" bIns="45720" anchor="b" anchorCtr="0"/>
          <a:p>
            <a:pPr eaLnBrk="1" hangingPunct="1"/>
            <a:r>
              <a:rPr lang="zh-CN" altLang="en-US" dirty="0"/>
              <a:t>内容</a:t>
            </a:r>
            <a:r>
              <a:rPr lang="en-US" altLang="zh-CN" dirty="0">
                <a:latin typeface="Arial" panose="020B0604020202020204" pitchFamily="34" charset="0"/>
              </a:rPr>
              <a:t>——</a:t>
            </a:r>
            <a:r>
              <a:rPr lang="zh-CN" altLang="en-US" dirty="0"/>
              <a:t>测试策略</a:t>
            </a:r>
            <a:r>
              <a:rPr lang="en-US" altLang="zh-CN" dirty="0">
                <a:latin typeface="Arial" panose="020B0604020202020204" pitchFamily="34" charset="0"/>
              </a:rPr>
              <a:t>——</a:t>
            </a:r>
            <a:r>
              <a:rPr lang="en-US" altLang="zh-CN" dirty="0"/>
              <a:t>3.1 </a:t>
            </a:r>
            <a:r>
              <a:rPr lang="zh-CN" altLang="en-US" dirty="0"/>
              <a:t>测试类型</a:t>
            </a:r>
            <a:endParaRPr lang="zh-CN" altLang="en-US" dirty="0"/>
          </a:p>
        </p:txBody>
      </p:sp>
      <p:sp>
        <p:nvSpPr>
          <p:cNvPr id="14340" name="Rectangle 4"/>
          <p:cNvSpPr>
            <a:spLocks noGrp="1" noChangeArrowheads="1"/>
          </p:cNvSpPr>
          <p:nvPr>
            <p:ph type="body" sz="half" idx="1"/>
          </p:nvPr>
        </p:nvSpPr>
        <p:spPr>
          <a:xfrm>
            <a:off x="609600" y="1295400"/>
            <a:ext cx="7848600" cy="1905000"/>
          </a:xfrm>
        </p:spPr>
        <p:txBody>
          <a:bodyPr vert="horz" wrap="square" lIns="91440" tIns="45720" rIns="91440" bIns="45720" numCol="1" anchor="t" anchorCtr="0" compatLnSpc="1"/>
          <a:lstStyle/>
          <a:p>
            <a:pPr marL="342900" marR="0" lvl="0" indent="-342900" algn="just" defTabSz="914400" rtl="0" eaLnBrk="1" fontAlgn="base" latinLnBrk="0" hangingPunct="1">
              <a:lnSpc>
                <a:spcPct val="80000"/>
              </a:lnSpc>
              <a:spcBef>
                <a:spcPct val="20000"/>
              </a:spcBef>
              <a:spcAft>
                <a:spcPct val="0"/>
              </a:spcAft>
              <a:buClr>
                <a:schemeClr val="bg2"/>
              </a:buClr>
              <a:buSzPct val="70000"/>
              <a:buFont typeface="Wingdings" panose="05000000000000000000" pitchFamily="2" charset="2"/>
              <a:buChar char="l"/>
              <a:defRPr/>
            </a:pPr>
            <a:r>
              <a:rPr kumimoji="0" lang="en-US" altLang="zh-CN" sz="2500" b="1" i="0" u="none" strike="noStrike" kern="0" cap="none" spc="0" normalizeH="0" baseline="0" noProof="0" dirty="0" smtClean="0">
                <a:ln>
                  <a:noFill/>
                </a:ln>
                <a:solidFill>
                  <a:schemeClr val="tx1"/>
                </a:solidFill>
                <a:effectLst/>
                <a:uLnTx/>
                <a:uFillTx/>
                <a:latin typeface="+mn-lt"/>
                <a:ea typeface="+mn-ea"/>
                <a:cs typeface="+mn-cs"/>
              </a:rPr>
              <a:t>3.1.4     </a:t>
            </a:r>
            <a:r>
              <a:rPr kumimoji="0" lang="zh-CN" altLang="en-US" sz="2500" b="1" i="0" u="none" strike="noStrike" kern="0" cap="none" spc="0" normalizeH="0" baseline="0" noProof="0" dirty="0" smtClean="0">
                <a:ln>
                  <a:noFill/>
                </a:ln>
                <a:solidFill>
                  <a:schemeClr val="tx1"/>
                </a:solidFill>
                <a:effectLst/>
                <a:uLnTx/>
                <a:uFillTx/>
                <a:latin typeface="+mn-lt"/>
                <a:ea typeface="+mn-ea"/>
                <a:cs typeface="+mn-cs"/>
              </a:rPr>
              <a:t>用户界面测试</a:t>
            </a:r>
            <a:endParaRPr kumimoji="0" lang="en-US" altLang="zh-CN" sz="2500" b="1"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100000"/>
              </a:lnSpc>
              <a:spcBef>
                <a:spcPct val="20000"/>
              </a:spcBef>
              <a:spcAft>
                <a:spcPct val="0"/>
              </a:spcAft>
              <a:buClr>
                <a:schemeClr val="bg2"/>
              </a:buClr>
              <a:buSzPct val="70000"/>
              <a:buFont typeface="Wingdings" panose="05000000000000000000" pitchFamily="2" charset="2"/>
              <a:buNone/>
              <a:defRPr/>
            </a:pPr>
            <a:r>
              <a:rPr kumimoji="0" lang="zh-CN" altLang="en-US" sz="2000" b="1" i="0" u="none" strike="noStrike" kern="0" cap="none" spc="0" normalizeH="0" baseline="0" noProof="0" dirty="0" smtClean="0">
                <a:ln>
                  <a:noFill/>
                </a:ln>
                <a:solidFill>
                  <a:schemeClr val="tx1"/>
                </a:solidFill>
                <a:effectLst/>
                <a:uLnTx/>
                <a:uFillTx/>
                <a:latin typeface="+mn-lt"/>
                <a:ea typeface="+mn-ea"/>
                <a:cs typeface="+mn-cs"/>
              </a:rPr>
              <a:t>用户界面 </a:t>
            </a:r>
            <a:r>
              <a:rPr kumimoji="0" lang="en-US" altLang="zh-CN" sz="2000" b="1" i="0" u="none" strike="noStrike" kern="0" cap="none" spc="0" normalizeH="0" baseline="0" noProof="0" dirty="0" smtClean="0">
                <a:ln>
                  <a:noFill/>
                </a:ln>
                <a:solidFill>
                  <a:schemeClr val="tx1"/>
                </a:solidFill>
                <a:effectLst/>
                <a:uLnTx/>
                <a:uFillTx/>
                <a:latin typeface="+mn-lt"/>
                <a:ea typeface="+mn-ea"/>
                <a:cs typeface="+mn-cs"/>
              </a:rPr>
              <a:t>(UI) </a:t>
            </a:r>
            <a:r>
              <a:rPr kumimoji="0" lang="zh-CN" altLang="en-US" sz="2000" b="1" i="0" u="none" strike="noStrike" kern="0" cap="none" spc="0" normalizeH="0" baseline="0" noProof="0" dirty="0" smtClean="0">
                <a:ln>
                  <a:noFill/>
                </a:ln>
                <a:solidFill>
                  <a:schemeClr val="tx1"/>
                </a:solidFill>
                <a:effectLst/>
                <a:uLnTx/>
                <a:uFillTx/>
                <a:latin typeface="+mn-lt"/>
                <a:ea typeface="+mn-ea"/>
                <a:cs typeface="+mn-cs"/>
              </a:rPr>
              <a:t>测试用于核实</a:t>
            </a:r>
            <a:r>
              <a:rPr kumimoji="0" lang="zh-CN" altLang="en-US" sz="2000" b="1" i="0" u="none" strike="noStrike" kern="0" cap="none" spc="0" normalizeH="0" baseline="0" noProof="0" dirty="0" smtClean="0">
                <a:ln>
                  <a:noFill/>
                </a:ln>
                <a:solidFill>
                  <a:srgbClr val="FF0000"/>
                </a:solidFill>
                <a:effectLst/>
                <a:uLnTx/>
                <a:uFillTx/>
                <a:latin typeface="+mn-lt"/>
                <a:ea typeface="+mn-ea"/>
                <a:cs typeface="+mn-cs"/>
              </a:rPr>
              <a:t>用户与软件之间的交互</a:t>
            </a:r>
            <a:r>
              <a:rPr kumimoji="0" lang="zh-CN" altLang="en-US" sz="2000" b="1"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2000" b="1"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100000"/>
              </a:lnSpc>
              <a:spcBef>
                <a:spcPct val="20000"/>
              </a:spcBef>
              <a:spcAft>
                <a:spcPct val="0"/>
              </a:spcAft>
              <a:buClr>
                <a:schemeClr val="bg2"/>
              </a:buClr>
              <a:buSzPct val="70000"/>
              <a:buFont typeface="Wingdings" panose="05000000000000000000" pitchFamily="2" charset="2"/>
              <a:buNone/>
              <a:defRPr/>
            </a:pPr>
            <a:r>
              <a:rPr kumimoji="0" lang="zh-CN" altLang="en-US" sz="2000" b="1" i="0" u="none" strike="noStrike" kern="0" cap="none" spc="0" normalizeH="0" baseline="0" noProof="0" dirty="0" smtClean="0">
                <a:ln>
                  <a:noFill/>
                </a:ln>
                <a:solidFill>
                  <a:srgbClr val="FF0000"/>
                </a:solidFill>
                <a:effectLst/>
                <a:uLnTx/>
                <a:uFillTx/>
                <a:latin typeface="+mn-lt"/>
                <a:ea typeface="+mn-ea"/>
                <a:cs typeface="+mn-cs"/>
              </a:rPr>
              <a:t>目标是确保用户界面会通过测试对象的功能来为用户提供相应的访问或浏览功能</a:t>
            </a:r>
            <a:r>
              <a:rPr kumimoji="0" lang="zh-CN" altLang="en-US" sz="2000" b="1" i="0" u="none" strike="noStrike" kern="0" cap="none" spc="0" normalizeH="0" baseline="0" noProof="0" dirty="0" smtClean="0">
                <a:ln>
                  <a:noFill/>
                </a:ln>
                <a:solidFill>
                  <a:schemeClr val="tx1"/>
                </a:solidFill>
                <a:effectLst/>
                <a:uLnTx/>
                <a:uFillTx/>
                <a:latin typeface="+mn-lt"/>
                <a:ea typeface="+mn-ea"/>
                <a:cs typeface="+mn-cs"/>
              </a:rPr>
              <a:t>。 另外，</a:t>
            </a:r>
            <a:r>
              <a:rPr kumimoji="0" lang="en-US" altLang="zh-CN" sz="2000" b="1" i="0" u="none" strike="noStrike" kern="0" cap="none" spc="0" normalizeH="0" baseline="0" noProof="0" dirty="0" smtClean="0">
                <a:ln>
                  <a:noFill/>
                </a:ln>
                <a:solidFill>
                  <a:schemeClr val="tx1"/>
                </a:solidFill>
                <a:effectLst/>
                <a:uLnTx/>
                <a:uFillTx/>
                <a:latin typeface="+mn-lt"/>
                <a:ea typeface="+mn-ea"/>
                <a:cs typeface="+mn-cs"/>
              </a:rPr>
              <a:t>UI</a:t>
            </a:r>
            <a:r>
              <a:rPr kumimoji="0" lang="zh-CN" altLang="en-US" sz="2000" b="1" i="0" u="none" strike="noStrike" kern="0" cap="none" spc="0" normalizeH="0" baseline="0" noProof="0" dirty="0" smtClean="0">
                <a:ln>
                  <a:noFill/>
                </a:ln>
                <a:solidFill>
                  <a:schemeClr val="tx1"/>
                </a:solidFill>
                <a:effectLst/>
                <a:uLnTx/>
                <a:uFillTx/>
                <a:latin typeface="+mn-lt"/>
                <a:ea typeface="+mn-ea"/>
                <a:cs typeface="+mn-cs"/>
              </a:rPr>
              <a:t>测试还可确保</a:t>
            </a:r>
            <a:r>
              <a:rPr kumimoji="0" lang="en-US" altLang="zh-CN" sz="2000" b="1" i="0" u="none" strike="noStrike" kern="0" cap="none" spc="0" normalizeH="0" baseline="0" noProof="0" dirty="0" smtClean="0">
                <a:ln>
                  <a:noFill/>
                </a:ln>
                <a:solidFill>
                  <a:schemeClr val="tx1"/>
                </a:solidFill>
                <a:effectLst/>
                <a:uLnTx/>
                <a:uFillTx/>
                <a:latin typeface="+mn-lt"/>
                <a:ea typeface="+mn-ea"/>
                <a:cs typeface="+mn-cs"/>
              </a:rPr>
              <a:t>UI</a:t>
            </a:r>
            <a:r>
              <a:rPr kumimoji="0" lang="zh-CN" altLang="en-US" sz="2000" b="1" i="0" u="none" strike="noStrike" kern="0" cap="none" spc="0" normalizeH="0" baseline="0" noProof="0" dirty="0" smtClean="0">
                <a:ln>
                  <a:noFill/>
                </a:ln>
                <a:solidFill>
                  <a:schemeClr val="tx1"/>
                </a:solidFill>
                <a:effectLst/>
                <a:uLnTx/>
                <a:uFillTx/>
                <a:latin typeface="+mn-lt"/>
                <a:ea typeface="+mn-ea"/>
                <a:cs typeface="+mn-cs"/>
              </a:rPr>
              <a:t>中的对象按照预期的方式运行，并符合公司或行业的标准。</a:t>
            </a:r>
            <a:endParaRPr kumimoji="0" lang="zh-CN" altLang="en-US" sz="2000" b="1" i="0" u="none" strike="noStrike" kern="0" cap="none" spc="0" normalizeH="0" baseline="0" noProof="0" dirty="0" smtClean="0">
              <a:ln>
                <a:noFill/>
              </a:ln>
              <a:solidFill>
                <a:schemeClr val="tx1"/>
              </a:solidFill>
              <a:effectLst/>
              <a:uLnTx/>
              <a:uFillTx/>
              <a:latin typeface="+mn-lt"/>
              <a:ea typeface="+mn-ea"/>
              <a:cs typeface="+mn-cs"/>
            </a:endParaRPr>
          </a:p>
        </p:txBody>
      </p:sp>
      <p:graphicFrame>
        <p:nvGraphicFramePr>
          <p:cNvPr id="321590" name="Group 54"/>
          <p:cNvGraphicFramePr>
            <a:graphicFrameLocks noGrp="1"/>
          </p:cNvGraphicFramePr>
          <p:nvPr>
            <p:ph sz="half" idx="1"/>
          </p:nvPr>
        </p:nvGraphicFramePr>
        <p:xfrm>
          <a:off x="533400" y="3276600"/>
          <a:ext cx="8153400" cy="2803525"/>
        </p:xfrm>
        <a:graphic>
          <a:graphicData uri="http://schemas.openxmlformats.org/drawingml/2006/table">
            <a:tbl>
              <a:tblPr/>
              <a:tblGrid>
                <a:gridCol w="1143000"/>
                <a:gridCol w="7010400"/>
              </a:tblGrid>
              <a:tr h="1194896">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测试目标：</a:t>
                      </a:r>
                      <a:endParaRPr kumimoji="0" lang="zh-CN" altLang="en-GB"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01" marB="45701"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核实以下内容：</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通过测试对象进行的浏览可正确反映业务的功能和需求，这种浏览包括窗</a:t>
                      </a:r>
                      <a:endPar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口</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与窗口之间、字段与字段之间的浏览，以及各种访问方法（</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Tab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健、</a:t>
                      </a:r>
                      <a:endPar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鼠标</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移动、 和快捷键）的使用</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窗口的对象和特征（例如，菜单、大小、位置、状态 和中心）都符合标准</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01" marB="45701"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18107">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技术：</a:t>
                      </a:r>
                      <a:endParaRPr kumimoji="0" lang="zh-CN" altLang="en-GB"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1" marB="45701"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为每个窗口创建或修改测试，以核实各个应用程序窗口和对象都可正确地进行浏览，并处于正常的对象状态。</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01" marB="45701"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4755">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完成标准：</a:t>
                      </a:r>
                      <a:endParaRPr kumimoji="0" lang="zh-CN" altLang="en-GB"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1" marB="45701"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成功地核实出各个窗口都与基准版本保持一致，或符合可接受标准</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01" marB="45701"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4755">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需考虑的特殊事项：</a:t>
                      </a:r>
                      <a:endParaRPr kumimoji="0" lang="zh-CN" altLang="en-GB"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1" marB="45701"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并不是所有定制或第三方对象的特征都可访问。</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01" marB="45701"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灯片编号占位符 6"/>
          <p:cNvSpPr txBox="1">
            <a:spLocks noGrp="1"/>
          </p:cNvSpPr>
          <p:nvPr>
            <p:ph type="sldNum" sz="quarter" idx="12"/>
          </p:nvPr>
        </p:nvSpPr>
        <p:spPr>
          <a:ln/>
        </p:spPr>
        <p:txBody>
          <a:bodyPr/>
          <a:p>
            <a:pPr marL="0" indent="0" algn="ctr" eaLnBrk="1" hangingPunct="1">
              <a:spcBef>
                <a:spcPct val="0"/>
              </a:spcBef>
              <a:buClrTx/>
              <a:buSzTx/>
              <a:buFontTx/>
              <a:buNone/>
            </a:pPr>
            <a:fld id="{9A0DB2DC-4C9A-4742-B13C-FB6460FD3503}" type="slidenum">
              <a:rPr lang="en-US" altLang="zh-CN" sz="1400" b="0" dirty="0"/>
            </a:fld>
            <a:endParaRPr lang="en-US" altLang="zh-CN" sz="1400" b="0" dirty="0"/>
          </a:p>
        </p:txBody>
      </p:sp>
      <p:sp>
        <p:nvSpPr>
          <p:cNvPr id="15363" name="Rectangle 4"/>
          <p:cNvSpPr>
            <a:spLocks noGrp="1"/>
          </p:cNvSpPr>
          <p:nvPr>
            <p:ph type="title"/>
          </p:nvPr>
        </p:nvSpPr>
        <p:spPr>
          <a:ln/>
        </p:spPr>
        <p:txBody>
          <a:bodyPr vert="horz" wrap="square" lIns="91440" tIns="45720" rIns="91440" bIns="45720" anchor="b" anchorCtr="0"/>
          <a:p>
            <a:pPr eaLnBrk="1" hangingPunct="1"/>
            <a:r>
              <a:rPr lang="zh-CN" altLang="en-US" dirty="0"/>
              <a:t>内容</a:t>
            </a:r>
            <a:r>
              <a:rPr lang="en-US" altLang="zh-CN" dirty="0">
                <a:latin typeface="Arial" panose="020B0604020202020204" pitchFamily="34" charset="0"/>
              </a:rPr>
              <a:t>——</a:t>
            </a:r>
            <a:r>
              <a:rPr lang="zh-CN" altLang="en-US" dirty="0"/>
              <a:t>测试策略</a:t>
            </a:r>
            <a:r>
              <a:rPr lang="en-US" altLang="zh-CN" dirty="0">
                <a:latin typeface="Arial" panose="020B0604020202020204" pitchFamily="34" charset="0"/>
              </a:rPr>
              <a:t>——</a:t>
            </a:r>
            <a:r>
              <a:rPr lang="en-US" altLang="zh-CN" dirty="0"/>
              <a:t>3.1 </a:t>
            </a:r>
            <a:r>
              <a:rPr lang="zh-CN" altLang="en-US" dirty="0"/>
              <a:t>测试类型</a:t>
            </a:r>
            <a:endParaRPr lang="zh-CN" altLang="en-US" dirty="0"/>
          </a:p>
        </p:txBody>
      </p:sp>
      <p:sp>
        <p:nvSpPr>
          <p:cNvPr id="15364" name="Rectangle 5"/>
          <p:cNvSpPr>
            <a:spLocks noGrp="1"/>
          </p:cNvSpPr>
          <p:nvPr>
            <p:ph type="body" sz="half" idx="1"/>
          </p:nvPr>
        </p:nvSpPr>
        <p:spPr>
          <a:xfrm>
            <a:off x="762000" y="1295400"/>
            <a:ext cx="7772400" cy="4495800"/>
          </a:xfrm>
          <a:ln/>
        </p:spPr>
        <p:txBody>
          <a:bodyPr vert="horz" wrap="square" lIns="91440" tIns="45720" rIns="91440" bIns="45720" anchor="t" anchorCtr="0"/>
          <a:p>
            <a:pPr algn="just" eaLnBrk="1" hangingPunct="1">
              <a:buClr>
                <a:schemeClr val="bg2"/>
              </a:buClr>
              <a:buSzPct val="70000"/>
              <a:buFont typeface="Wingdings" panose="05000000000000000000" pitchFamily="2" charset="2"/>
            </a:pPr>
            <a:r>
              <a:rPr lang="en-US" altLang="zh-CN" sz="2800" dirty="0"/>
              <a:t>3.1.5     </a:t>
            </a:r>
            <a:r>
              <a:rPr lang="zh-CN" altLang="en-US" sz="2800" dirty="0"/>
              <a:t>性能评测</a:t>
            </a:r>
            <a:endParaRPr lang="zh-CN" altLang="en-US" sz="2800" dirty="0"/>
          </a:p>
          <a:p>
            <a:pPr lvl="1" algn="just" eaLnBrk="1" hangingPunct="1">
              <a:lnSpc>
                <a:spcPct val="125000"/>
              </a:lnSpc>
              <a:spcBef>
                <a:spcPts val="1000"/>
              </a:spcBef>
              <a:spcAft>
                <a:spcPts val="0"/>
              </a:spcAft>
              <a:buClr>
                <a:schemeClr val="tx1"/>
              </a:buClr>
              <a:buSzPct val="70000"/>
              <a:buFont typeface="Wingdings" panose="05000000000000000000" pitchFamily="2" charset="2"/>
            </a:pPr>
            <a:r>
              <a:rPr lang="zh-CN" altLang="en-US" sz="2000" dirty="0"/>
              <a:t>性能评测是一种性能测试，它对响应时间、事务处理速率和其他与时间相关的需求进行评测和评估。 性能评测的</a:t>
            </a:r>
            <a:r>
              <a:rPr lang="zh-CN" altLang="en-US" sz="2000" dirty="0">
                <a:solidFill>
                  <a:srgbClr val="FF0000"/>
                </a:solidFill>
              </a:rPr>
              <a:t>目标是核实性能需求是否都已满足</a:t>
            </a:r>
            <a:r>
              <a:rPr lang="zh-CN" altLang="en-US" sz="2000" dirty="0"/>
              <a:t>。</a:t>
            </a:r>
            <a:endParaRPr lang="zh-CN" altLang="en-US" sz="2000" dirty="0"/>
          </a:p>
          <a:p>
            <a:pPr lvl="1" algn="just" eaLnBrk="1" hangingPunct="1">
              <a:lnSpc>
                <a:spcPct val="125000"/>
              </a:lnSpc>
              <a:spcBef>
                <a:spcPts val="1000"/>
              </a:spcBef>
              <a:spcAft>
                <a:spcPts val="0"/>
              </a:spcAft>
              <a:buClr>
                <a:schemeClr val="tx1"/>
              </a:buClr>
              <a:buSzPct val="70000"/>
              <a:buFont typeface="Wingdings" panose="05000000000000000000" pitchFamily="2" charset="2"/>
            </a:pPr>
            <a:r>
              <a:rPr lang="zh-CN" altLang="en-US" sz="2000" dirty="0"/>
              <a:t>实施和执行性能评测的目的是将测试对象的性能行为当作条件（例如工作量或硬件配置）的一种函数来进行评测和微调。</a:t>
            </a:r>
            <a:endParaRPr lang="zh-CN" altLang="en-US" sz="2000" dirty="0"/>
          </a:p>
          <a:p>
            <a:pPr lvl="1" algn="just" eaLnBrk="1" hangingPunct="1">
              <a:lnSpc>
                <a:spcPct val="125000"/>
              </a:lnSpc>
              <a:spcBef>
                <a:spcPts val="1000"/>
              </a:spcBef>
              <a:spcAft>
                <a:spcPts val="0"/>
              </a:spcAft>
              <a:buClr>
                <a:schemeClr val="tx1"/>
              </a:buClr>
              <a:buSzPct val="70000"/>
              <a:buFont typeface="Wingdings" panose="05000000000000000000" pitchFamily="2" charset="2"/>
            </a:pPr>
            <a:r>
              <a:rPr lang="en-US" altLang="zh-CN" sz="2000" i="1" dirty="0"/>
              <a:t>[</a:t>
            </a:r>
            <a:r>
              <a:rPr lang="zh-CN" altLang="en-US" sz="2000" i="1" dirty="0"/>
              <a:t>注： 以下所说的事务是指“逻辑业务事务”。 这种事务被定义为将由系统的某个 </a:t>
            </a:r>
            <a:r>
              <a:rPr lang="en-US" altLang="zh-CN" sz="2000" i="1" dirty="0"/>
              <a:t>Actor </a:t>
            </a:r>
            <a:r>
              <a:rPr lang="zh-CN" altLang="en-US" sz="2000" i="1" dirty="0"/>
              <a:t>通过使用测试对象来执行的特定用例，例如，添加或修改给定的合同。</a:t>
            </a:r>
            <a:r>
              <a:rPr lang="en-US" altLang="zh-CN" sz="2000" i="1" dirty="0"/>
              <a:t>]</a:t>
            </a:r>
            <a:endParaRPr lang="en-US" altLang="zh-CN" sz="2000" i="1" dirty="0"/>
          </a:p>
        </p:txBody>
      </p:sp>
    </p:spTree>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灯片编号占位符 6"/>
          <p:cNvSpPr txBox="1">
            <a:spLocks noGrp="1"/>
          </p:cNvSpPr>
          <p:nvPr>
            <p:ph type="sldNum" sz="quarter" idx="12"/>
          </p:nvPr>
        </p:nvSpPr>
        <p:spPr>
          <a:ln/>
        </p:spPr>
        <p:txBody>
          <a:bodyPr/>
          <a:p>
            <a:pPr marL="0" indent="0" algn="ctr" eaLnBrk="1" hangingPunct="1">
              <a:spcBef>
                <a:spcPct val="0"/>
              </a:spcBef>
              <a:buClrTx/>
              <a:buSzTx/>
              <a:buFontTx/>
              <a:buNone/>
            </a:pPr>
            <a:fld id="{9A0DB2DC-4C9A-4742-B13C-FB6460FD3503}" type="slidenum">
              <a:rPr lang="en-US" altLang="zh-CN" sz="1400" b="0" dirty="0"/>
            </a:fld>
            <a:endParaRPr lang="en-US" altLang="zh-CN" sz="1400" b="0" dirty="0"/>
          </a:p>
        </p:txBody>
      </p:sp>
      <p:sp>
        <p:nvSpPr>
          <p:cNvPr id="16387" name="Rectangle 2"/>
          <p:cNvSpPr>
            <a:spLocks noGrp="1"/>
          </p:cNvSpPr>
          <p:nvPr>
            <p:ph type="title"/>
          </p:nvPr>
        </p:nvSpPr>
        <p:spPr>
          <a:ln/>
        </p:spPr>
        <p:txBody>
          <a:bodyPr vert="horz" wrap="square" lIns="91440" tIns="45720" rIns="91440" bIns="45720" anchor="b" anchorCtr="0"/>
          <a:p>
            <a:pPr eaLnBrk="1" hangingPunct="1"/>
            <a:r>
              <a:rPr lang="zh-CN" altLang="en-US" dirty="0"/>
              <a:t>内容</a:t>
            </a:r>
            <a:r>
              <a:rPr lang="en-US" altLang="zh-CN" dirty="0">
                <a:latin typeface="Arial" panose="020B0604020202020204" pitchFamily="34" charset="0"/>
              </a:rPr>
              <a:t>——</a:t>
            </a:r>
            <a:r>
              <a:rPr lang="zh-CN" altLang="en-US" dirty="0"/>
              <a:t>测试策略</a:t>
            </a:r>
            <a:r>
              <a:rPr lang="en-US" altLang="zh-CN" dirty="0">
                <a:latin typeface="Arial" panose="020B0604020202020204" pitchFamily="34" charset="0"/>
              </a:rPr>
              <a:t>——</a:t>
            </a:r>
            <a:r>
              <a:rPr lang="en-US" altLang="zh-CN" dirty="0"/>
              <a:t>3.1 </a:t>
            </a:r>
            <a:r>
              <a:rPr lang="zh-CN" altLang="en-US" dirty="0"/>
              <a:t>测试类型</a:t>
            </a:r>
            <a:endParaRPr lang="zh-CN" altLang="en-US" dirty="0"/>
          </a:p>
        </p:txBody>
      </p:sp>
      <p:graphicFrame>
        <p:nvGraphicFramePr>
          <p:cNvPr id="16407" name="Group 23"/>
          <p:cNvGraphicFramePr>
            <a:graphicFrameLocks noGrp="1"/>
          </p:cNvGraphicFramePr>
          <p:nvPr>
            <p:ph sz="half" idx="1"/>
          </p:nvPr>
        </p:nvGraphicFramePr>
        <p:xfrm>
          <a:off x="228600" y="1752600"/>
          <a:ext cx="8763000" cy="4800600"/>
        </p:xfrm>
        <a:graphic>
          <a:graphicData uri="http://schemas.openxmlformats.org/drawingml/2006/table">
            <a:tbl>
              <a:tblPr/>
              <a:tblGrid>
                <a:gridCol w="914400"/>
                <a:gridCol w="7848600"/>
              </a:tblGrid>
              <a:tr h="640123">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5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测试目标：</a:t>
                      </a:r>
                      <a:endParaRPr kumimoji="0" lang="zh-CN" altLang="en-GB" sz="15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19050" marR="19050" marT="0" marB="0"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核实所指定的事务或业务功能在以下情况下的性能行为：</a:t>
                      </a:r>
                      <a:endParaRPr kumimoji="0" lang="zh-CN" altLang="en-US" sz="15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500" b="1" i="0" u="none" strike="noStrike" cap="none" normalizeH="0" baseline="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5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5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正常的预期工作量</a:t>
                      </a:r>
                      <a:endParaRPr kumimoji="0" lang="zh-CN" altLang="en-US" sz="15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500" b="1" i="0" u="none" strike="noStrike" cap="none" normalizeH="0" baseline="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5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5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预期的最繁重工作量</a:t>
                      </a:r>
                      <a:endParaRPr kumimoji="0" lang="zh-CN" altLang="en-US" sz="15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9050" marR="19050" marT="0" marB="0"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53498">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5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技术：</a:t>
                      </a:r>
                      <a:endParaRPr kumimoji="0" lang="zh-CN" altLang="en-GB" sz="15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19050" marR="19050" marT="0" marB="0"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5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5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5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使用为功能或业务周期测试制定的测试过程。</a:t>
                      </a:r>
                      <a:endParaRPr kumimoji="0" lang="zh-CN" altLang="en-US" sz="15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altLang="zh-CN" sz="15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5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5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通过修改数据文件来增加事务数量，或通过修改脚本来增加每项事务的迭代数量</a:t>
                      </a:r>
                      <a:endParaRPr kumimoji="0" lang="zh-CN" altLang="en-US" sz="15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altLang="zh-CN" sz="15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5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5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脚本应该在一台计算机上运行（最好是以单个用户、单个事务为基准），并</a:t>
                      </a:r>
                      <a:r>
                        <a:rPr kumimoji="0" lang="zh-CN" altLang="en-US" sz="15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在多个</a:t>
                      </a:r>
                      <a:r>
                        <a:rPr kumimoji="0" lang="zh-CN" altLang="en-US" sz="15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客户机（虚拟的或 实际的客户机）上重复。</a:t>
                      </a:r>
                      <a:endParaRPr kumimoji="0" lang="zh-CN" altLang="en-US" sz="15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19050" marR="19050" marT="0" marB="0"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53498">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5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完成标准：</a:t>
                      </a:r>
                      <a:endParaRPr kumimoji="0" lang="zh-CN" altLang="en-GB" sz="15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19050" marR="19050" marT="0" marB="0"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5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500" b="1" i="0" u="none" strike="noStrike" kern="1200" cap="none" spc="0" normalizeH="0" baseline="0" noProof="0" dirty="0" smtClean="0">
                          <a:ln>
                            <a:noFill/>
                          </a:ln>
                          <a:solidFill>
                            <a:srgbClr val="0000FF"/>
                          </a:solidFill>
                          <a:effectLst/>
                          <a:uLnTx/>
                          <a:uFillTx/>
                          <a:latin typeface="Symbol" panose="05050102010706020507" pitchFamily="18" charset="2"/>
                          <a:ea typeface="宋体" panose="02010600030101010101" pitchFamily="2" charset="-122"/>
                          <a:cs typeface="Times New Roman" panose="02020603050405020304" pitchFamily="18" charset="0"/>
                        </a:rPr>
                        <a:t>-</a:t>
                      </a:r>
                      <a:r>
                        <a:rPr kumimoji="0" lang="zh-CN" altLang="en-US" sz="15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单个</a:t>
                      </a:r>
                      <a:r>
                        <a:rPr kumimoji="0" lang="zh-CN" altLang="en-US" sz="15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事务或单个用户：在每个事务所预期或要求的时间范围内成功地完成测试</a:t>
                      </a:r>
                      <a:r>
                        <a:rPr kumimoji="0" lang="zh-CN" altLang="en-US" sz="15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脚本，没有</a:t>
                      </a:r>
                      <a:r>
                        <a:rPr kumimoji="0" lang="zh-CN" altLang="en-US" sz="15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发生任何故障。</a:t>
                      </a:r>
                      <a:endParaRPr kumimoji="0" lang="zh-CN" altLang="en-US" sz="15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5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5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5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多个事务或多个用户：在可接受的时间范围内成功地完成测试脚本，没有发生</a:t>
                      </a:r>
                      <a:r>
                        <a:rPr kumimoji="0" lang="zh-CN" altLang="en-US" sz="15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任何故障</a:t>
                      </a:r>
                      <a:endParaRPr kumimoji="0" lang="zh-CN" altLang="en-US" sz="15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19050" marR="19050" marT="0" marB="0"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47119">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5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需考虑的特殊事项：</a:t>
                      </a:r>
                      <a:endParaRPr kumimoji="0" lang="zh-CN" altLang="en-GB" sz="15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19050" marR="19050" marT="0" marB="0"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5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综合的性能测试还包括在服务器上添加后台工作量。可采用多种方法来执行此操作，其中包括： </a:t>
                      </a:r>
                      <a:endParaRPr kumimoji="0" lang="zh-CN" altLang="en-US" sz="15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5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5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5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直接将</a:t>
                      </a:r>
                      <a:r>
                        <a:rPr kumimoji="0" lang="zh-CN" altLang="en-US" sz="1500" b="1" i="0" u="none" strike="noStrike" cap="none" normalizeH="0" baseline="0" dirty="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rPr>
                        <a:t>“</a:t>
                      </a:r>
                      <a:r>
                        <a:rPr kumimoji="0" lang="zh-CN" altLang="en-US" sz="15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事务强行分配到</a:t>
                      </a:r>
                      <a:r>
                        <a:rPr kumimoji="0" lang="zh-CN" altLang="en-US" sz="1500" b="1" i="0" u="none" strike="noStrike" cap="none" normalizeH="0" baseline="0" dirty="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rPr>
                        <a:t>”</a:t>
                      </a:r>
                      <a:r>
                        <a:rPr kumimoji="0" lang="zh-CN" altLang="en-US" sz="15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服务器上，这通常以</a:t>
                      </a:r>
                      <a:r>
                        <a:rPr kumimoji="0" lang="zh-CN" altLang="en-US" sz="1500" b="1" i="0" u="none" strike="noStrike" cap="none" normalizeH="0" baseline="0" dirty="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rPr>
                        <a:t>“</a:t>
                      </a:r>
                      <a:r>
                        <a:rPr kumimoji="0" lang="zh-CN" altLang="en-US" sz="15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结构化查询语言</a:t>
                      </a:r>
                      <a:r>
                        <a:rPr kumimoji="0" lang="zh-CN" altLang="en-US" sz="1500" b="1" i="0" u="none" strike="noStrike" cap="none" normalizeH="0" baseline="0" dirty="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rPr>
                        <a:t>”</a:t>
                      </a:r>
                      <a:r>
                        <a:rPr kumimoji="0" lang="en-US" altLang="zh-CN" sz="15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(SQL) </a:t>
                      </a:r>
                      <a:r>
                        <a:rPr kumimoji="0" lang="zh-CN" altLang="en-US" sz="15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调用的形式来实现。</a:t>
                      </a:r>
                      <a:endParaRPr kumimoji="0" lang="zh-CN" altLang="en-US" sz="15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5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5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5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通过创建</a:t>
                      </a:r>
                      <a:r>
                        <a:rPr kumimoji="0" lang="zh-CN" altLang="en-US" sz="1500" b="1" i="0" u="none" strike="noStrike" cap="none" normalizeH="0" baseline="0" dirty="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rPr>
                        <a:t>“</a:t>
                      </a:r>
                      <a:r>
                        <a:rPr kumimoji="0" lang="zh-CN" altLang="en-US" sz="15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虚拟的</a:t>
                      </a:r>
                      <a:r>
                        <a:rPr kumimoji="0" lang="zh-CN" altLang="en-US" sz="1500" b="1" i="0" u="none" strike="noStrike" cap="none" normalizeH="0" baseline="0" dirty="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rPr>
                        <a:t>”</a:t>
                      </a:r>
                      <a:r>
                        <a:rPr kumimoji="0" lang="zh-CN" altLang="en-US" sz="15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用户负载来模拟许多个（通常为数百个） 客户机。 此负载可通过</a:t>
                      </a:r>
                      <a:r>
                        <a:rPr kumimoji="0" lang="zh-CN" altLang="en-US" sz="1500" b="1" i="0" u="none" strike="noStrike" cap="none" normalizeH="0" baseline="0" dirty="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rPr>
                        <a:t>“</a:t>
                      </a:r>
                      <a:r>
                        <a:rPr kumimoji="0" lang="zh-CN" altLang="en-US" sz="15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远程终端仿真</a:t>
                      </a:r>
                      <a:r>
                        <a:rPr kumimoji="0" lang="zh-CN" altLang="en-US" sz="1500" b="1" i="0" u="none" strike="noStrike" cap="none" normalizeH="0" baseline="0" dirty="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rPr>
                        <a:t>”</a:t>
                      </a:r>
                      <a:r>
                        <a:rPr kumimoji="0" lang="en-US" altLang="zh-CN" sz="15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(Remote Terminal Emulation) </a:t>
                      </a:r>
                      <a:r>
                        <a:rPr kumimoji="0" lang="zh-CN" altLang="en-US" sz="15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工具来实现 。 此技术还可用</a:t>
                      </a:r>
                      <a:r>
                        <a:rPr kumimoji="0" lang="zh-CN" altLang="en-US" sz="15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于在</a:t>
                      </a:r>
                      <a:r>
                        <a:rPr kumimoji="0" lang="zh-CN" altLang="en-US" sz="15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网络中加载 </a:t>
                      </a:r>
                      <a:r>
                        <a:rPr kumimoji="0" lang="zh-CN" altLang="en-US" sz="1500" b="1" i="0" u="none" strike="noStrike" cap="none" normalizeH="0" baseline="0" dirty="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rPr>
                        <a:t>“</a:t>
                      </a:r>
                      <a:r>
                        <a:rPr kumimoji="0" lang="zh-CN" altLang="en-US" sz="15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流量</a:t>
                      </a:r>
                      <a:r>
                        <a:rPr kumimoji="0" lang="zh-CN" altLang="en-US" sz="1500" b="1" i="0" u="none" strike="noStrike" cap="none" normalizeH="0" baseline="0" dirty="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rPr>
                        <a:t>”</a:t>
                      </a:r>
                      <a:r>
                        <a:rPr kumimoji="0" lang="zh-CN" altLang="en-US" sz="15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5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5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5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5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使用多台实际客户机（每台客户机都运行测试脚本）在系统上添加负载。 </a:t>
                      </a:r>
                      <a:endParaRPr kumimoji="0" lang="zh-CN" altLang="en-US" sz="15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5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性能测试应该在专用的计算机上或在专用的机时内执行，以便实现完全的控制和精确的评测。</a:t>
                      </a:r>
                      <a:endParaRPr kumimoji="0" lang="zh-CN" altLang="en-US" sz="15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5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性能测试所用的数据库应该是实际大小或相同缩放比例的数据库。</a:t>
                      </a:r>
                      <a:endParaRPr kumimoji="0" lang="zh-CN" altLang="en-US" sz="15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19050" marR="19050" marT="0" marB="0"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6405" name="Rectangle 37"/>
          <p:cNvSpPr>
            <a:spLocks noGrp="1"/>
          </p:cNvSpPr>
          <p:nvPr>
            <p:ph type="body" sz="half" idx="1"/>
          </p:nvPr>
        </p:nvSpPr>
        <p:spPr>
          <a:xfrm>
            <a:off x="762000" y="1295400"/>
            <a:ext cx="7772400" cy="457200"/>
          </a:xfrm>
          <a:ln/>
        </p:spPr>
        <p:txBody>
          <a:bodyPr vert="horz" wrap="square" lIns="91440" tIns="45720" rIns="91440" bIns="45720" anchor="t" anchorCtr="0"/>
          <a:p>
            <a:pPr eaLnBrk="1" hangingPunct="1">
              <a:lnSpc>
                <a:spcPct val="80000"/>
              </a:lnSpc>
              <a:buClr>
                <a:schemeClr val="bg2"/>
              </a:buClr>
              <a:buSzPct val="70000"/>
              <a:buFont typeface="Wingdings" panose="05000000000000000000" pitchFamily="2" charset="2"/>
            </a:pPr>
            <a:r>
              <a:rPr lang="en-US" altLang="zh-CN" sz="2500" dirty="0"/>
              <a:t>3.1.5     </a:t>
            </a:r>
            <a:r>
              <a:rPr lang="zh-CN" altLang="en-US" sz="2500" dirty="0"/>
              <a:t>性能评测</a:t>
            </a:r>
            <a:endParaRPr lang="zh-CN" altLang="en-US" sz="2500" dirty="0"/>
          </a:p>
        </p:txBody>
      </p:sp>
    </p:spTree>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灯片编号占位符 6"/>
          <p:cNvSpPr txBox="1">
            <a:spLocks noGrp="1"/>
          </p:cNvSpPr>
          <p:nvPr>
            <p:ph type="sldNum" sz="quarter" idx="12"/>
          </p:nvPr>
        </p:nvSpPr>
        <p:spPr>
          <a:ln/>
        </p:spPr>
        <p:txBody>
          <a:bodyPr/>
          <a:p>
            <a:pPr marL="0" indent="0" algn="ctr" eaLnBrk="1" hangingPunct="1">
              <a:spcBef>
                <a:spcPct val="0"/>
              </a:spcBef>
              <a:buClrTx/>
              <a:buSzTx/>
              <a:buFontTx/>
              <a:buNone/>
            </a:pPr>
            <a:fld id="{9A0DB2DC-4C9A-4742-B13C-FB6460FD3503}" type="slidenum">
              <a:rPr lang="en-US" altLang="zh-CN" sz="1400" b="0" dirty="0"/>
            </a:fld>
            <a:endParaRPr lang="en-US" altLang="zh-CN" sz="1400" b="0" dirty="0"/>
          </a:p>
        </p:txBody>
      </p:sp>
      <p:sp>
        <p:nvSpPr>
          <p:cNvPr id="17411" name="Rectangle 2"/>
          <p:cNvSpPr>
            <a:spLocks noGrp="1"/>
          </p:cNvSpPr>
          <p:nvPr>
            <p:ph type="title"/>
          </p:nvPr>
        </p:nvSpPr>
        <p:spPr>
          <a:ln/>
        </p:spPr>
        <p:txBody>
          <a:bodyPr vert="horz" wrap="square" lIns="91440" tIns="45720" rIns="91440" bIns="45720" anchor="b" anchorCtr="0"/>
          <a:p>
            <a:pPr eaLnBrk="1" hangingPunct="1"/>
            <a:r>
              <a:rPr lang="zh-CN" altLang="en-US" dirty="0"/>
              <a:t>内容</a:t>
            </a:r>
            <a:r>
              <a:rPr lang="en-US" altLang="zh-CN" dirty="0">
                <a:latin typeface="Arial" panose="020B0604020202020204" pitchFamily="34" charset="0"/>
              </a:rPr>
              <a:t>——</a:t>
            </a:r>
            <a:r>
              <a:rPr lang="zh-CN" altLang="en-US" dirty="0"/>
              <a:t>测试策略</a:t>
            </a:r>
            <a:r>
              <a:rPr lang="en-US" altLang="zh-CN" dirty="0">
                <a:latin typeface="Arial" panose="020B0604020202020204" pitchFamily="34" charset="0"/>
              </a:rPr>
              <a:t>——</a:t>
            </a:r>
            <a:r>
              <a:rPr lang="en-US" altLang="zh-CN" dirty="0"/>
              <a:t>3.1 </a:t>
            </a:r>
            <a:r>
              <a:rPr lang="zh-CN" altLang="en-US" dirty="0"/>
              <a:t>测试类型</a:t>
            </a:r>
            <a:endParaRPr lang="zh-CN" altLang="en-US" dirty="0"/>
          </a:p>
        </p:txBody>
      </p:sp>
      <p:sp>
        <p:nvSpPr>
          <p:cNvPr id="17412" name="Rectangle 4"/>
          <p:cNvSpPr>
            <a:spLocks noGrp="1"/>
          </p:cNvSpPr>
          <p:nvPr>
            <p:ph type="body" sz="half" idx="1"/>
          </p:nvPr>
        </p:nvSpPr>
        <p:spPr>
          <a:xfrm>
            <a:off x="762000" y="1295400"/>
            <a:ext cx="7924800" cy="4495800"/>
          </a:xfrm>
          <a:ln/>
        </p:spPr>
        <p:txBody>
          <a:bodyPr vert="horz" wrap="square" lIns="91440" tIns="45720" rIns="91440" bIns="45720" anchor="t" anchorCtr="0"/>
          <a:p>
            <a:pPr eaLnBrk="1" hangingPunct="1">
              <a:lnSpc>
                <a:spcPct val="80000"/>
              </a:lnSpc>
              <a:buClr>
                <a:schemeClr val="bg2"/>
              </a:buClr>
              <a:buSzPct val="70000"/>
              <a:buFont typeface="Wingdings" panose="05000000000000000000" pitchFamily="2" charset="2"/>
            </a:pPr>
            <a:r>
              <a:rPr lang="en-US" altLang="zh-CN" sz="2800" dirty="0"/>
              <a:t>3.1.6     </a:t>
            </a:r>
            <a:r>
              <a:rPr lang="zh-CN" altLang="en-US" sz="2800" dirty="0"/>
              <a:t>负载测试</a:t>
            </a:r>
            <a:endParaRPr lang="zh-CN" altLang="en-US" sz="2800" dirty="0"/>
          </a:p>
          <a:p>
            <a:pPr lvl="1" algn="just" eaLnBrk="1" hangingPunct="1">
              <a:lnSpc>
                <a:spcPct val="125000"/>
              </a:lnSpc>
              <a:spcBef>
                <a:spcPts val="1000"/>
              </a:spcBef>
              <a:spcAft>
                <a:spcPts val="500"/>
              </a:spcAft>
              <a:buClr>
                <a:schemeClr val="tx1"/>
              </a:buClr>
              <a:buSzPct val="70000"/>
              <a:buFont typeface="Wingdings" panose="05000000000000000000" pitchFamily="2" charset="2"/>
            </a:pPr>
            <a:r>
              <a:rPr lang="zh-CN" altLang="en-US" sz="2400" dirty="0"/>
              <a:t>负载测试是一种性能测试。在这种测试中，将使测试对象承担不同的工作量，以评测和评估测试对象在不同工作量条件下的性能行为，以及持续正常运行的能力。 </a:t>
            </a:r>
            <a:endParaRPr lang="en-US" altLang="zh-CN" sz="2400" dirty="0"/>
          </a:p>
          <a:p>
            <a:pPr lvl="1" algn="just" eaLnBrk="1" hangingPunct="1">
              <a:lnSpc>
                <a:spcPct val="125000"/>
              </a:lnSpc>
              <a:spcBef>
                <a:spcPts val="1000"/>
              </a:spcBef>
              <a:spcAft>
                <a:spcPts val="500"/>
              </a:spcAft>
              <a:buClr>
                <a:schemeClr val="tx1"/>
              </a:buClr>
              <a:buSzPct val="70000"/>
              <a:buFont typeface="Wingdings" panose="05000000000000000000" pitchFamily="2" charset="2"/>
            </a:pPr>
            <a:r>
              <a:rPr lang="zh-CN" altLang="en-US" sz="2400" dirty="0"/>
              <a:t>负载测试的</a:t>
            </a:r>
            <a:r>
              <a:rPr lang="zh-CN" altLang="en-US" sz="2400" dirty="0">
                <a:solidFill>
                  <a:srgbClr val="FF0000"/>
                </a:solidFill>
              </a:rPr>
              <a:t>目标是确定并确保系统在超出最大预期工作量的情况下仍能正常运行</a:t>
            </a:r>
            <a:r>
              <a:rPr lang="zh-CN" altLang="en-US" sz="2400" dirty="0"/>
              <a:t>。 此外，负载测试还要</a:t>
            </a:r>
            <a:r>
              <a:rPr lang="zh-CN" altLang="en-US" sz="2400" dirty="0">
                <a:solidFill>
                  <a:srgbClr val="FF0000"/>
                </a:solidFill>
              </a:rPr>
              <a:t>评估性能特征</a:t>
            </a:r>
            <a:r>
              <a:rPr lang="zh-CN" altLang="en-US" sz="2400" dirty="0"/>
              <a:t>，例如，响应时间、事务处理速率和其他与时间相关的方面。</a:t>
            </a:r>
            <a:endParaRPr lang="zh-CN" altLang="en-US" sz="2400" dirty="0"/>
          </a:p>
        </p:txBody>
      </p:sp>
    </p:spTree>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灯片编号占位符 6"/>
          <p:cNvSpPr txBox="1">
            <a:spLocks noGrp="1"/>
          </p:cNvSpPr>
          <p:nvPr/>
        </p:nvSpPr>
        <p:spPr>
          <a:xfrm>
            <a:off x="6858000" y="6400800"/>
            <a:ext cx="1600200" cy="457200"/>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0000"/>
              <a:buFont typeface="Wingdings" panose="05000000000000000000" pitchFamily="2" charset="2"/>
              <a:buChar char="l"/>
              <a:defRPr sz="31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Ø"/>
              <a:defRPr sz="2600" b="1">
                <a:solidFill>
                  <a:schemeClr val="tx1"/>
                </a:solidFill>
                <a:latin typeface="+mn-lt"/>
                <a:ea typeface="+mn-ea"/>
              </a:defRPr>
            </a:lvl2pPr>
            <a:lvl3pPr marL="1143000" indent="-228600" algn="l" rtl="0" eaLnBrk="0" fontAlgn="base" hangingPunct="0">
              <a:spcBef>
                <a:spcPct val="20000"/>
              </a:spcBef>
              <a:spcAft>
                <a:spcPct val="0"/>
              </a:spcAft>
              <a:buClr>
                <a:schemeClr val="tx1"/>
              </a:buClr>
              <a:buSzPct val="150000"/>
              <a:buChar char="•"/>
              <a:defRPr sz="2200" b="1">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150000"/>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150000"/>
              <a:buChar char="•"/>
              <a:defRPr sz="2000" b="1">
                <a:solidFill>
                  <a:schemeClr val="tx1"/>
                </a:solidFill>
                <a:latin typeface="+mn-lt"/>
                <a:ea typeface="+mn-ea"/>
              </a:defRPr>
            </a:lvl5pPr>
          </a:lstStyle>
          <a:p>
            <a:pPr marL="0" lvl="0" indent="0" algn="ctr" eaLnBrk="1" hangingPunct="1">
              <a:spcBef>
                <a:spcPct val="0"/>
              </a:spcBef>
              <a:buClrTx/>
              <a:buSzTx/>
              <a:buFontTx/>
              <a:buNone/>
            </a:pPr>
            <a:fld id="{9A0DB2DC-4C9A-4742-B13C-FB6460FD3503}" type="slidenum">
              <a:rPr lang="en-US" altLang="zh-CN" sz="1400" b="0" dirty="0"/>
            </a:fld>
            <a:endParaRPr lang="en-US" altLang="zh-CN" sz="1400" b="0" dirty="0"/>
          </a:p>
        </p:txBody>
      </p:sp>
      <p:sp>
        <p:nvSpPr>
          <p:cNvPr id="18435" name="Rectangle 2"/>
          <p:cNvSpPr>
            <a:spLocks noGrp="1"/>
          </p:cNvSpPr>
          <p:nvPr>
            <p:ph type="title" idx="4294967295"/>
          </p:nvPr>
        </p:nvSpPr>
        <p:spPr>
          <a:ln/>
        </p:spPr>
        <p:txBody>
          <a:bodyPr vert="horz" wrap="square" lIns="91440" tIns="45720" rIns="91440" bIns="45720" anchor="b" anchorCtr="0"/>
          <a:p>
            <a:pPr eaLnBrk="1" hangingPunct="1"/>
            <a:r>
              <a:rPr lang="zh-CN" altLang="en-US" dirty="0"/>
              <a:t>内容</a:t>
            </a:r>
            <a:r>
              <a:rPr lang="en-US" altLang="zh-CN" dirty="0">
                <a:latin typeface="Arial" panose="020B0604020202020204" pitchFamily="34" charset="0"/>
              </a:rPr>
              <a:t>——</a:t>
            </a:r>
            <a:r>
              <a:rPr lang="zh-CN" altLang="en-US" dirty="0"/>
              <a:t>测试策略</a:t>
            </a:r>
            <a:r>
              <a:rPr lang="en-US" altLang="zh-CN" dirty="0">
                <a:latin typeface="Arial" panose="020B0604020202020204" pitchFamily="34" charset="0"/>
              </a:rPr>
              <a:t>——</a:t>
            </a:r>
            <a:r>
              <a:rPr lang="en-US" altLang="zh-CN" dirty="0"/>
              <a:t>3.1 </a:t>
            </a:r>
            <a:r>
              <a:rPr lang="zh-CN" altLang="en-US" dirty="0"/>
              <a:t>测试类型</a:t>
            </a:r>
            <a:endParaRPr lang="zh-CN" altLang="en-US" dirty="0"/>
          </a:p>
        </p:txBody>
      </p:sp>
      <p:sp>
        <p:nvSpPr>
          <p:cNvPr id="18436" name="Rectangle 4"/>
          <p:cNvSpPr>
            <a:spLocks noGrp="1"/>
          </p:cNvSpPr>
          <p:nvPr>
            <p:ph type="body" sz="half" idx="4294967295"/>
          </p:nvPr>
        </p:nvSpPr>
        <p:spPr>
          <a:xfrm>
            <a:off x="762000" y="1295400"/>
            <a:ext cx="7924800" cy="1752600"/>
          </a:xfrm>
          <a:ln/>
        </p:spPr>
        <p:txBody>
          <a:bodyPr vert="horz" wrap="square" lIns="91440" tIns="45720" rIns="91440" bIns="45720" anchor="t" anchorCtr="0"/>
          <a:lstStyle>
            <a:lvl1pPr lvl="0">
              <a:buClr>
                <a:schemeClr val="bg2"/>
              </a:buClr>
              <a:buSzPct val="70000"/>
              <a:buFont typeface="Wingdings" panose="05000000000000000000" pitchFamily="2" charset="2"/>
              <a:defRPr sz="2700"/>
            </a:lvl1pPr>
            <a:lvl2pPr lvl="1">
              <a:buClr>
                <a:schemeClr val="tx1"/>
              </a:buClr>
              <a:buSzPct val="70000"/>
              <a:buFont typeface="Wingdings" panose="05000000000000000000" pitchFamily="2" charset="2"/>
              <a:defRPr sz="2200"/>
            </a:lvl2pPr>
            <a:lvl3pPr lvl="2">
              <a:buClr>
                <a:schemeClr val="tx1"/>
              </a:buClr>
              <a:buSzPct val="150000"/>
              <a:buFontTx/>
              <a:defRPr sz="2000"/>
            </a:lvl3pPr>
            <a:lvl4pPr lvl="3">
              <a:buClr>
                <a:schemeClr val="tx2"/>
              </a:buClr>
              <a:buSzPct val="150000"/>
              <a:buFontTx/>
              <a:defRPr sz="1800"/>
            </a:lvl4pPr>
            <a:lvl5pPr lvl="4">
              <a:buClr>
                <a:schemeClr val="folHlink"/>
              </a:buClr>
              <a:buSzPct val="150000"/>
              <a:buFontTx/>
              <a:defRPr sz="1800"/>
            </a:lvl5pPr>
          </a:lstStyle>
          <a:p>
            <a:pPr lvl="0" eaLnBrk="1" hangingPunct="1">
              <a:lnSpc>
                <a:spcPct val="80000"/>
              </a:lnSpc>
            </a:pPr>
            <a:r>
              <a:rPr lang="en-US" altLang="zh-CN" sz="2500" dirty="0"/>
              <a:t>3.1.6     </a:t>
            </a:r>
            <a:r>
              <a:rPr lang="zh-CN" altLang="en-US" sz="2500" dirty="0"/>
              <a:t>负载测试</a:t>
            </a:r>
            <a:endParaRPr lang="zh-CN" altLang="en-US" sz="2500" dirty="0"/>
          </a:p>
          <a:p>
            <a:pPr lvl="1" eaLnBrk="1" hangingPunct="1">
              <a:lnSpc>
                <a:spcPct val="80000"/>
              </a:lnSpc>
            </a:pPr>
            <a:endParaRPr lang="zh-CN" altLang="en-US" sz="2000" dirty="0"/>
          </a:p>
          <a:p>
            <a:pPr lvl="1" eaLnBrk="1" hangingPunct="1">
              <a:lnSpc>
                <a:spcPct val="115000"/>
              </a:lnSpc>
            </a:pPr>
            <a:r>
              <a:rPr lang="en-US" altLang="zh-CN" sz="2000" i="1" dirty="0"/>
              <a:t>[</a:t>
            </a:r>
            <a:r>
              <a:rPr lang="zh-CN" altLang="en-US" sz="2000" i="1" dirty="0"/>
              <a:t>注： 以下所说的事务是指“逻辑业务事务”。 这种事务被定义为将由系统的某个最终用户通过使用应用程序来执行的特定功能，例如，添加或修改给定的合同。</a:t>
            </a:r>
            <a:r>
              <a:rPr lang="en-US" altLang="zh-CN" sz="2000" i="1" dirty="0"/>
              <a:t>]</a:t>
            </a:r>
            <a:endParaRPr lang="en-US" altLang="zh-CN" sz="2000" i="1" dirty="0"/>
          </a:p>
        </p:txBody>
      </p:sp>
      <p:graphicFrame>
        <p:nvGraphicFramePr>
          <p:cNvPr id="327731" name="Group 51"/>
          <p:cNvGraphicFramePr>
            <a:graphicFrameLocks noGrp="1"/>
          </p:cNvGraphicFramePr>
          <p:nvPr>
            <p:ph sz="half" idx="1"/>
          </p:nvPr>
        </p:nvGraphicFramePr>
        <p:xfrm>
          <a:off x="533400" y="3352800"/>
          <a:ext cx="8229600" cy="2408238"/>
        </p:xfrm>
        <a:graphic>
          <a:graphicData uri="http://schemas.openxmlformats.org/drawingml/2006/table">
            <a:tbl>
              <a:tblPr/>
              <a:tblGrid>
                <a:gridCol w="1828800"/>
                <a:gridCol w="6400800"/>
              </a:tblGrid>
              <a:tr h="342900">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测试目标：</a:t>
                      </a:r>
                      <a:endParaRPr kumimoji="0" lang="zh-CN" altLang="en-GB"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19050" marB="19050"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核实所指定的事务或商业理由在不同的工作量条件下的性能行为时间。</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19050" marB="19050"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8025">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技术：</a:t>
                      </a:r>
                      <a:endParaRPr kumimoji="0" lang="zh-CN" altLang="en-GB"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19050" marB="19050"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285750" marR="0" lvl="0" indent="-285750" algn="l" defTabSz="914400" rtl="0" eaLnBrk="1" fontAlgn="base" latinLnBrk="0" hangingPunct="1">
                        <a:lnSpc>
                          <a:spcPct val="100000"/>
                        </a:lnSpc>
                        <a:spcBef>
                          <a:spcPct val="0"/>
                        </a:spcBef>
                        <a:spcAft>
                          <a:spcPct val="0"/>
                        </a:spcAft>
                        <a:buClrTx/>
                        <a:buSzTx/>
                        <a:buFontTx/>
                        <a:buChar char="-"/>
                      </a:pP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使用为功能或业务周期测试制定的测试。</a:t>
                      </a:r>
                      <a:endPar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285750" marR="0" lvl="0" indent="-285750" algn="l" defTabSz="914400" rtl="0" eaLnBrk="1" fontAlgn="base" latinLnBrk="0" hangingPunct="1">
                        <a:lnSpc>
                          <a:spcPct val="100000"/>
                        </a:lnSpc>
                        <a:spcBef>
                          <a:spcPct val="0"/>
                        </a:spcBef>
                        <a:spcAft>
                          <a:spcPct val="0"/>
                        </a:spcAft>
                        <a:buClrTx/>
                        <a:buSzTx/>
                        <a:buFontTx/>
                        <a:buChar char="-"/>
                      </a:pP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通过修改数据文件来增加事务数量， 或通过修改测试来增加每项事务发生的次数。</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19050" marB="19050"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12763">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完成标准：</a:t>
                      </a:r>
                      <a:endParaRPr kumimoji="0" lang="zh-CN" altLang="en-GB"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50" marB="19050"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多个事务或多个用户： 在可接受的时间范围内成功地完成测试，没有发生任何故障。</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19050" marB="19050"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9613">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需考虑的特殊事项：</a:t>
                      </a:r>
                      <a:endParaRPr kumimoji="0" lang="zh-CN" altLang="en-GB"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50" marB="19050"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285750" marR="0" lvl="0" indent="-285750" algn="l" defTabSz="914400" rtl="0" eaLnBrk="1" fontAlgn="base" latinLnBrk="0" hangingPunct="1">
                        <a:lnSpc>
                          <a:spcPct val="100000"/>
                        </a:lnSpc>
                        <a:spcBef>
                          <a:spcPct val="0"/>
                        </a:spcBef>
                        <a:spcAft>
                          <a:spcPct val="0"/>
                        </a:spcAft>
                        <a:buClrTx/>
                        <a:buSzTx/>
                        <a:buFontTx/>
                        <a:buChar char="-"/>
                      </a:pP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负载</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测试应该在专用的计算机上或在专用的机时内执行，</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以便实</a:t>
                      </a:r>
                      <a:endPar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现完全的控制和精确的评测。</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负载测试所用的数据库应该是实际大小或相同缩放比例的数据库。</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19050" marB="19050"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灯片编号占位符 6"/>
          <p:cNvSpPr txBox="1">
            <a:spLocks noGrp="1"/>
          </p:cNvSpPr>
          <p:nvPr>
            <p:ph type="sldNum" sz="quarter" idx="12"/>
          </p:nvPr>
        </p:nvSpPr>
        <p:spPr>
          <a:ln/>
        </p:spPr>
        <p:txBody>
          <a:bodyPr/>
          <a:p>
            <a:pPr marL="0" indent="0" algn="ctr" eaLnBrk="1" hangingPunct="1">
              <a:spcBef>
                <a:spcPct val="0"/>
              </a:spcBef>
              <a:buClrTx/>
              <a:buSzTx/>
              <a:buFontTx/>
              <a:buNone/>
            </a:pPr>
            <a:fld id="{9A0DB2DC-4C9A-4742-B13C-FB6460FD3503}" type="slidenum">
              <a:rPr lang="en-US" altLang="zh-CN" sz="1400" b="0" dirty="0"/>
            </a:fld>
            <a:endParaRPr lang="en-US" altLang="zh-CN" sz="1400" b="0" dirty="0"/>
          </a:p>
        </p:txBody>
      </p:sp>
      <p:sp>
        <p:nvSpPr>
          <p:cNvPr id="19459" name="Rectangle 2"/>
          <p:cNvSpPr>
            <a:spLocks noGrp="1"/>
          </p:cNvSpPr>
          <p:nvPr>
            <p:ph type="title"/>
          </p:nvPr>
        </p:nvSpPr>
        <p:spPr>
          <a:ln/>
        </p:spPr>
        <p:txBody>
          <a:bodyPr vert="horz" wrap="square" lIns="91440" tIns="45720" rIns="91440" bIns="45720" anchor="b" anchorCtr="0"/>
          <a:p>
            <a:pPr eaLnBrk="1" hangingPunct="1"/>
            <a:r>
              <a:rPr lang="zh-CN" altLang="en-US" dirty="0"/>
              <a:t>内容</a:t>
            </a:r>
            <a:r>
              <a:rPr lang="en-US" altLang="zh-CN" dirty="0">
                <a:latin typeface="Arial" panose="020B0604020202020204" pitchFamily="34" charset="0"/>
              </a:rPr>
              <a:t>——</a:t>
            </a:r>
            <a:r>
              <a:rPr lang="zh-CN" altLang="en-US" dirty="0"/>
              <a:t>测试策略</a:t>
            </a:r>
            <a:r>
              <a:rPr lang="en-US" altLang="zh-CN" dirty="0">
                <a:latin typeface="Arial" panose="020B0604020202020204" pitchFamily="34" charset="0"/>
              </a:rPr>
              <a:t>——</a:t>
            </a:r>
            <a:r>
              <a:rPr lang="en-US" altLang="zh-CN" dirty="0"/>
              <a:t>3.1 </a:t>
            </a:r>
            <a:r>
              <a:rPr lang="zh-CN" altLang="en-US" dirty="0"/>
              <a:t>测试类型</a:t>
            </a:r>
            <a:endParaRPr lang="zh-CN" altLang="en-US" dirty="0"/>
          </a:p>
        </p:txBody>
      </p:sp>
      <p:sp>
        <p:nvSpPr>
          <p:cNvPr id="19460" name="Rectangle 4"/>
          <p:cNvSpPr>
            <a:spLocks noGrp="1"/>
          </p:cNvSpPr>
          <p:nvPr>
            <p:ph type="body" sz="half" idx="1"/>
          </p:nvPr>
        </p:nvSpPr>
        <p:spPr>
          <a:xfrm>
            <a:off x="598170" y="1295400"/>
            <a:ext cx="8378190" cy="4724400"/>
          </a:xfrm>
          <a:ln/>
        </p:spPr>
        <p:txBody>
          <a:bodyPr vert="horz" wrap="square" lIns="91440" tIns="45720" rIns="91440" bIns="45720" anchor="t" anchorCtr="0"/>
          <a:p>
            <a:pPr algn="just" eaLnBrk="1" hangingPunct="1">
              <a:buClr>
                <a:schemeClr val="bg2"/>
              </a:buClr>
              <a:buSzPct val="70000"/>
              <a:buFont typeface="Wingdings" panose="05000000000000000000" pitchFamily="2" charset="2"/>
            </a:pPr>
            <a:r>
              <a:rPr lang="en-US" altLang="zh-CN" sz="2800" dirty="0"/>
              <a:t>3.1.7     </a:t>
            </a:r>
            <a:r>
              <a:rPr lang="zh-CN" altLang="en-US" sz="2800" dirty="0"/>
              <a:t>强度测试</a:t>
            </a:r>
            <a:endParaRPr lang="zh-CN" altLang="en-US" sz="2800" dirty="0"/>
          </a:p>
          <a:p>
            <a:pPr lvl="1" algn="just" eaLnBrk="1" hangingPunct="1">
              <a:lnSpc>
                <a:spcPct val="125000"/>
              </a:lnSpc>
              <a:spcBef>
                <a:spcPts val="1000"/>
              </a:spcBef>
              <a:spcAft>
                <a:spcPts val="500"/>
              </a:spcAft>
              <a:buClr>
                <a:schemeClr val="tx1"/>
              </a:buClr>
              <a:buSzPct val="70000"/>
              <a:buFont typeface="Wingdings" panose="05000000000000000000" pitchFamily="2" charset="2"/>
            </a:pPr>
            <a:r>
              <a:rPr lang="zh-CN" altLang="en-US" sz="2400" dirty="0"/>
              <a:t>强度测试是一种性能测试，实施和执行此类测试的</a:t>
            </a:r>
            <a:r>
              <a:rPr lang="zh-CN" altLang="en-US" sz="2400" dirty="0">
                <a:solidFill>
                  <a:srgbClr val="FF0000"/>
                </a:solidFill>
              </a:rPr>
              <a:t>目的是找出因资源不足或资源争用而导致的错误</a:t>
            </a:r>
            <a:r>
              <a:rPr lang="zh-CN" altLang="en-US" sz="2400" dirty="0"/>
              <a:t>。</a:t>
            </a:r>
            <a:endParaRPr lang="en-US" altLang="zh-CN" sz="2400" dirty="0"/>
          </a:p>
          <a:p>
            <a:pPr lvl="1" algn="just" eaLnBrk="1" hangingPunct="1">
              <a:lnSpc>
                <a:spcPct val="125000"/>
              </a:lnSpc>
              <a:spcBef>
                <a:spcPts val="1000"/>
              </a:spcBef>
              <a:spcAft>
                <a:spcPts val="500"/>
              </a:spcAft>
              <a:buClr>
                <a:schemeClr val="tx1"/>
              </a:buClr>
              <a:buSzPct val="70000"/>
              <a:buFont typeface="Wingdings" panose="05000000000000000000" pitchFamily="2" charset="2"/>
            </a:pPr>
            <a:r>
              <a:rPr lang="zh-CN" altLang="en-US" sz="2400" dirty="0"/>
              <a:t>如果内存或磁盘空间不足，测试对象就可能会表现出一些在正常条件下并不明显的缺陷。</a:t>
            </a:r>
            <a:endParaRPr lang="en-US" altLang="zh-CN" sz="2400" dirty="0"/>
          </a:p>
          <a:p>
            <a:pPr lvl="1" algn="just" eaLnBrk="1" hangingPunct="1">
              <a:lnSpc>
                <a:spcPct val="125000"/>
              </a:lnSpc>
              <a:spcBef>
                <a:spcPts val="1000"/>
              </a:spcBef>
              <a:spcAft>
                <a:spcPts val="500"/>
              </a:spcAft>
              <a:buClr>
                <a:schemeClr val="tx1"/>
              </a:buClr>
              <a:buSzPct val="70000"/>
              <a:buFont typeface="Wingdings" panose="05000000000000000000" pitchFamily="2" charset="2"/>
            </a:pPr>
            <a:r>
              <a:rPr lang="zh-CN" altLang="en-US" sz="2400" dirty="0"/>
              <a:t>其他缺陷可能由于争用共享资源（如数据库锁或网络带宽）而造成。</a:t>
            </a:r>
            <a:endParaRPr lang="en-US" altLang="zh-CN" sz="2400" dirty="0"/>
          </a:p>
          <a:p>
            <a:pPr lvl="1" algn="just" eaLnBrk="1" hangingPunct="1">
              <a:lnSpc>
                <a:spcPct val="125000"/>
              </a:lnSpc>
              <a:spcBef>
                <a:spcPts val="1000"/>
              </a:spcBef>
              <a:spcAft>
                <a:spcPts val="500"/>
              </a:spcAft>
              <a:buClr>
                <a:schemeClr val="tx1"/>
              </a:buClr>
              <a:buSzPct val="70000"/>
              <a:buFont typeface="Wingdings" panose="05000000000000000000" pitchFamily="2" charset="2"/>
            </a:pPr>
            <a:r>
              <a:rPr lang="zh-CN" altLang="en-US" sz="2400" dirty="0"/>
              <a:t>强度测试</a:t>
            </a:r>
            <a:r>
              <a:rPr lang="zh-CN" altLang="en-US" sz="2400" dirty="0">
                <a:solidFill>
                  <a:srgbClr val="FF0000"/>
                </a:solidFill>
              </a:rPr>
              <a:t>还可用于确定测试对象能够处理的最大工作量。</a:t>
            </a:r>
            <a:endParaRPr lang="zh-CN" altLang="en-US" sz="2400" dirty="0">
              <a:solidFill>
                <a:srgbClr val="FF0000"/>
              </a:solidFill>
            </a:endParaRPr>
          </a:p>
        </p:txBody>
      </p:sp>
    </p:spTree>
  </p:cSld>
  <p:clrMapOvr>
    <a:masterClrMapping/>
  </p:clrMapOvr>
  <p:transition>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灯片编号占位符 6"/>
          <p:cNvSpPr txBox="1">
            <a:spLocks noGrp="1"/>
          </p:cNvSpPr>
          <p:nvPr>
            <p:ph type="sldNum" sz="quarter" idx="12"/>
          </p:nvPr>
        </p:nvSpPr>
        <p:spPr>
          <a:ln/>
        </p:spPr>
        <p:txBody>
          <a:bodyPr/>
          <a:p>
            <a:pPr marL="0" indent="0" algn="ctr" eaLnBrk="1" hangingPunct="1">
              <a:spcBef>
                <a:spcPct val="0"/>
              </a:spcBef>
              <a:buClrTx/>
              <a:buSzTx/>
              <a:buFontTx/>
              <a:buNone/>
            </a:pPr>
            <a:fld id="{9A0DB2DC-4C9A-4742-B13C-FB6460FD3503}" type="slidenum">
              <a:rPr lang="en-US" altLang="zh-CN" sz="1400" b="0" dirty="0"/>
            </a:fld>
            <a:endParaRPr lang="en-US" altLang="zh-CN" sz="1400" b="0" dirty="0"/>
          </a:p>
        </p:txBody>
      </p:sp>
      <p:sp>
        <p:nvSpPr>
          <p:cNvPr id="20483" name="Rectangle 2"/>
          <p:cNvSpPr>
            <a:spLocks noGrp="1"/>
          </p:cNvSpPr>
          <p:nvPr>
            <p:ph type="title"/>
          </p:nvPr>
        </p:nvSpPr>
        <p:spPr>
          <a:ln/>
        </p:spPr>
        <p:txBody>
          <a:bodyPr vert="horz" wrap="square" lIns="91440" tIns="45720" rIns="91440" bIns="45720" anchor="b" anchorCtr="0"/>
          <a:p>
            <a:pPr eaLnBrk="1" hangingPunct="1"/>
            <a:r>
              <a:rPr lang="zh-CN" altLang="en-US" dirty="0"/>
              <a:t>内容</a:t>
            </a:r>
            <a:r>
              <a:rPr lang="en-US" altLang="zh-CN" dirty="0">
                <a:latin typeface="Arial" panose="020B0604020202020204" pitchFamily="34" charset="0"/>
              </a:rPr>
              <a:t>——</a:t>
            </a:r>
            <a:r>
              <a:rPr lang="zh-CN" altLang="en-US" dirty="0"/>
              <a:t>测试策略</a:t>
            </a:r>
            <a:r>
              <a:rPr lang="en-US" altLang="zh-CN" dirty="0">
                <a:latin typeface="Arial" panose="020B0604020202020204" pitchFamily="34" charset="0"/>
              </a:rPr>
              <a:t>——</a:t>
            </a:r>
            <a:r>
              <a:rPr lang="en-US" altLang="zh-CN" dirty="0"/>
              <a:t>3.1 </a:t>
            </a:r>
            <a:r>
              <a:rPr lang="zh-CN" altLang="en-US" dirty="0"/>
              <a:t>测试类型</a:t>
            </a:r>
            <a:endParaRPr lang="zh-CN" altLang="en-US" dirty="0"/>
          </a:p>
        </p:txBody>
      </p:sp>
      <p:graphicFrame>
        <p:nvGraphicFramePr>
          <p:cNvPr id="19479" name="Group 23"/>
          <p:cNvGraphicFramePr>
            <a:graphicFrameLocks noGrp="1"/>
          </p:cNvGraphicFramePr>
          <p:nvPr>
            <p:ph sz="half" idx="1"/>
          </p:nvPr>
        </p:nvGraphicFramePr>
        <p:xfrm>
          <a:off x="533400" y="1676400"/>
          <a:ext cx="8382000" cy="4754563"/>
        </p:xfrm>
        <a:graphic>
          <a:graphicData uri="http://schemas.openxmlformats.org/drawingml/2006/table">
            <a:tbl>
              <a:tblPr/>
              <a:tblGrid>
                <a:gridCol w="1066800"/>
                <a:gridCol w="7315200"/>
              </a:tblGrid>
              <a:tr h="1585199">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测试目标：</a:t>
                      </a:r>
                      <a:endParaRPr kumimoji="0" lang="zh-CN" altLang="en-GB"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核实测试对象能够在以下强度条件下正常运行，不会出现任何错误：</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服务器上几乎没有或根本没有可用的内存（</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RAM</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和</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DASD</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连接或模拟了最大实际（实际允许）数量的客户机</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多个用户对相同的数据或账户执行相同的事务 </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最繁重的事务量或最差的事务组合（请参见上面的 </a:t>
                      </a:r>
                      <a:r>
                        <a:rPr kumimoji="0" lang="zh-CN" altLang="en-US" sz="1600" b="1" i="0" u="none" strike="noStrike" cap="none" normalizeH="0" baseline="0" dirty="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rPr>
                        <a:t>“</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性能测试</a:t>
                      </a:r>
                      <a:r>
                        <a:rPr kumimoji="0" lang="zh-CN" altLang="en-US" sz="1600" b="1" i="0" u="none" strike="noStrike" cap="none" normalizeH="0" baseline="0" dirty="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rPr>
                        <a:t>”</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注： 强度测试的目标可表述为确定和记录那些使系统无法继续正常运行的情况或条件。客户机的强度测试在</a:t>
                      </a:r>
                      <a:r>
                        <a:rPr kumimoji="0" lang="zh-CN" altLang="en-US" sz="1600" b="1" i="0" u="none" strike="noStrike" cap="none" normalizeH="0" baseline="0" dirty="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rPr>
                        <a:t>“</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配置测试</a:t>
                      </a:r>
                      <a:r>
                        <a:rPr kumimoji="0" lang="zh-CN" altLang="en-US" sz="1600" b="1" i="0" u="none" strike="noStrike" cap="none" normalizeH="0" baseline="0" dirty="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rPr>
                        <a:t>”</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的第 </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3.1.11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节中进行了说明。</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158415">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技术：</a:t>
                      </a:r>
                      <a:endParaRPr kumimoji="0" lang="zh-CN" altLang="en-GB"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使用为性能评测或负载测试制定的测试。</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要对有限的资源进行测试，就应该在一台计算机上运行测试，而且应该</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减少或</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限制服务器上的</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RAM</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和</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DASD</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对于其他强度测试，应该使用多台客户机来运行相同的测试或互补的测试</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，以</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产生最繁重的事务量或最差的事务组合。</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18238">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完成标准：</a:t>
                      </a:r>
                      <a:endParaRPr kumimoji="0" lang="zh-CN" altLang="en-GB"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所计划的测试已全部执行，并且在达到或超出指定的系统限制时没有出现任何软件故障，或者导致系统出现故障的条件并不在指定的条件范围之内。</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45023">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需考虑的特殊事项：</a:t>
                      </a:r>
                      <a:endParaRPr kumimoji="0" lang="zh-CN" altLang="en-GB"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如果要增加网络工作强度，可能会需要使用网络工具来给网络加载 消息或</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信息</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包。</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应该暂时减少用于系统的</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DASD</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，以限制数据库可用空间的增长。</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使多个客户机对相同的记录或数据账户同时进行的访问达到同步。</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20501" name="Rectangle 24"/>
          <p:cNvSpPr>
            <a:spLocks noGrp="1"/>
          </p:cNvSpPr>
          <p:nvPr>
            <p:ph type="body" sz="half" idx="1"/>
          </p:nvPr>
        </p:nvSpPr>
        <p:spPr>
          <a:xfrm>
            <a:off x="762000" y="1295400"/>
            <a:ext cx="7696200" cy="457200"/>
          </a:xfrm>
          <a:ln/>
        </p:spPr>
        <p:txBody>
          <a:bodyPr vert="horz" wrap="square" lIns="91440" tIns="45720" rIns="91440" bIns="45720" anchor="t" anchorCtr="0"/>
          <a:p>
            <a:pPr eaLnBrk="1" hangingPunct="1">
              <a:lnSpc>
                <a:spcPct val="80000"/>
              </a:lnSpc>
              <a:buClr>
                <a:schemeClr val="bg2"/>
              </a:buClr>
              <a:buSzPct val="70000"/>
              <a:buFont typeface="Wingdings" panose="05000000000000000000" pitchFamily="2" charset="2"/>
            </a:pPr>
            <a:r>
              <a:rPr lang="en-US" altLang="zh-CN" sz="2500" dirty="0"/>
              <a:t>3.1.7     </a:t>
            </a:r>
            <a:r>
              <a:rPr lang="zh-CN" altLang="en-US" sz="2500" dirty="0"/>
              <a:t>强度测试</a:t>
            </a:r>
            <a:endParaRPr lang="zh-CN" altLang="en-US" sz="2500" dirty="0"/>
          </a:p>
        </p:txBody>
      </p:sp>
    </p:spTree>
  </p:cSld>
  <p:clrMapOvr>
    <a:masterClrMapping/>
  </p:clrMapOvr>
  <p:transition>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灯片编号占位符 6"/>
          <p:cNvSpPr txBox="1">
            <a:spLocks noGrp="1"/>
          </p:cNvSpPr>
          <p:nvPr>
            <p:ph type="sldNum" sz="quarter" idx="12"/>
          </p:nvPr>
        </p:nvSpPr>
        <p:spPr>
          <a:ln/>
        </p:spPr>
        <p:txBody>
          <a:bodyPr/>
          <a:p>
            <a:pPr marL="0" indent="0" algn="ctr" eaLnBrk="1" hangingPunct="1">
              <a:spcBef>
                <a:spcPct val="0"/>
              </a:spcBef>
              <a:buClrTx/>
              <a:buSzTx/>
              <a:buFontTx/>
              <a:buNone/>
            </a:pPr>
            <a:fld id="{9A0DB2DC-4C9A-4742-B13C-FB6460FD3503}" type="slidenum">
              <a:rPr lang="en-US" altLang="zh-CN" sz="1400" b="0" dirty="0"/>
            </a:fld>
            <a:endParaRPr lang="en-US" altLang="zh-CN" sz="1400" b="0" dirty="0"/>
          </a:p>
        </p:txBody>
      </p:sp>
      <p:sp>
        <p:nvSpPr>
          <p:cNvPr id="21507" name="Rectangle 2"/>
          <p:cNvSpPr>
            <a:spLocks noGrp="1"/>
          </p:cNvSpPr>
          <p:nvPr>
            <p:ph type="title"/>
          </p:nvPr>
        </p:nvSpPr>
        <p:spPr>
          <a:ln/>
        </p:spPr>
        <p:txBody>
          <a:bodyPr vert="horz" wrap="square" lIns="91440" tIns="45720" rIns="91440" bIns="45720" anchor="b" anchorCtr="0"/>
          <a:p>
            <a:pPr eaLnBrk="1" hangingPunct="1"/>
            <a:r>
              <a:rPr lang="zh-CN" altLang="en-US" dirty="0"/>
              <a:t>内容</a:t>
            </a:r>
            <a:r>
              <a:rPr lang="en-US" altLang="zh-CN" dirty="0">
                <a:latin typeface="Arial" panose="020B0604020202020204" pitchFamily="34" charset="0"/>
              </a:rPr>
              <a:t>——</a:t>
            </a:r>
            <a:r>
              <a:rPr lang="zh-CN" altLang="en-US" dirty="0"/>
              <a:t>测试策略</a:t>
            </a:r>
            <a:r>
              <a:rPr lang="en-US" altLang="zh-CN" dirty="0">
                <a:latin typeface="Arial" panose="020B0604020202020204" pitchFamily="34" charset="0"/>
              </a:rPr>
              <a:t>——</a:t>
            </a:r>
            <a:r>
              <a:rPr lang="en-US" altLang="zh-CN" dirty="0"/>
              <a:t>3.1 </a:t>
            </a:r>
            <a:r>
              <a:rPr lang="zh-CN" altLang="en-US" dirty="0"/>
              <a:t>测试类型</a:t>
            </a:r>
            <a:endParaRPr lang="zh-CN" altLang="en-US" dirty="0"/>
          </a:p>
        </p:txBody>
      </p:sp>
      <p:sp>
        <p:nvSpPr>
          <p:cNvPr id="21508" name="Rectangle 3"/>
          <p:cNvSpPr>
            <a:spLocks noGrp="1"/>
          </p:cNvSpPr>
          <p:nvPr>
            <p:ph type="body" sz="half" idx="1"/>
          </p:nvPr>
        </p:nvSpPr>
        <p:spPr>
          <a:xfrm>
            <a:off x="762000" y="1295400"/>
            <a:ext cx="7924800" cy="5029200"/>
          </a:xfrm>
          <a:ln/>
        </p:spPr>
        <p:txBody>
          <a:bodyPr vert="horz" wrap="square" lIns="91440" tIns="45720" rIns="91440" bIns="45720" anchor="t" anchorCtr="0"/>
          <a:p>
            <a:pPr algn="just" eaLnBrk="1" hangingPunct="1">
              <a:lnSpc>
                <a:spcPct val="110000"/>
              </a:lnSpc>
              <a:spcBef>
                <a:spcPct val="30000"/>
              </a:spcBef>
              <a:buClr>
                <a:schemeClr val="bg2"/>
              </a:buClr>
              <a:buSzPct val="70000"/>
              <a:buFont typeface="Wingdings" panose="05000000000000000000" pitchFamily="2" charset="2"/>
            </a:pPr>
            <a:r>
              <a:rPr lang="en-US" altLang="zh-CN" sz="2500" dirty="0"/>
              <a:t>3.1.9     </a:t>
            </a:r>
            <a:r>
              <a:rPr lang="zh-CN" altLang="en-US" sz="2500" dirty="0"/>
              <a:t>安全性和访问控制测试</a:t>
            </a:r>
            <a:endParaRPr lang="zh-CN" altLang="en-US" sz="2500" dirty="0"/>
          </a:p>
          <a:p>
            <a:pPr lvl="1" algn="just" eaLnBrk="1" hangingPunct="1">
              <a:lnSpc>
                <a:spcPct val="125000"/>
              </a:lnSpc>
              <a:spcBef>
                <a:spcPts val="1000"/>
              </a:spcBef>
              <a:spcAft>
                <a:spcPts val="0"/>
              </a:spcAft>
              <a:buClr>
                <a:schemeClr val="tx1"/>
              </a:buClr>
              <a:buSzPct val="70000"/>
              <a:buFont typeface="Wingdings" panose="05000000000000000000" pitchFamily="2" charset="2"/>
            </a:pPr>
            <a:r>
              <a:rPr lang="zh-CN" altLang="en-US" sz="1800" dirty="0"/>
              <a:t>安全性和访问控制测试侧重于安全性的两个关键方面： </a:t>
            </a:r>
            <a:endParaRPr lang="zh-CN" altLang="en-US" sz="1800" dirty="0"/>
          </a:p>
          <a:p>
            <a:pPr lvl="2" algn="just" eaLnBrk="1" hangingPunct="1">
              <a:lnSpc>
                <a:spcPct val="125000"/>
              </a:lnSpc>
              <a:spcBef>
                <a:spcPts val="1000"/>
              </a:spcBef>
              <a:spcAft>
                <a:spcPts val="0"/>
              </a:spcAft>
              <a:buClr>
                <a:schemeClr val="tx1"/>
              </a:buClr>
              <a:buSzPct val="150000"/>
              <a:buFontTx/>
            </a:pPr>
            <a:r>
              <a:rPr lang="zh-CN" altLang="en-US" sz="1600" dirty="0">
                <a:solidFill>
                  <a:srgbClr val="FF0000"/>
                </a:solidFill>
              </a:rPr>
              <a:t>应用程序级别的安全性</a:t>
            </a:r>
            <a:r>
              <a:rPr lang="zh-CN" altLang="en-US" sz="1600" dirty="0"/>
              <a:t>，包括对数据或业务功能的访问</a:t>
            </a:r>
            <a:endParaRPr lang="zh-CN" altLang="en-US" sz="1600" dirty="0"/>
          </a:p>
          <a:p>
            <a:pPr lvl="2" algn="just" eaLnBrk="1" hangingPunct="1">
              <a:lnSpc>
                <a:spcPct val="125000"/>
              </a:lnSpc>
              <a:spcBef>
                <a:spcPts val="1000"/>
              </a:spcBef>
              <a:spcAft>
                <a:spcPts val="0"/>
              </a:spcAft>
              <a:buClr>
                <a:schemeClr val="tx1"/>
              </a:buClr>
              <a:buSzPct val="150000"/>
              <a:buFontTx/>
            </a:pPr>
            <a:r>
              <a:rPr lang="zh-CN" altLang="en-US" sz="1600" dirty="0">
                <a:solidFill>
                  <a:srgbClr val="FF0000"/>
                </a:solidFill>
              </a:rPr>
              <a:t>系统级别的安全性</a:t>
            </a:r>
            <a:r>
              <a:rPr lang="zh-CN" altLang="en-US" sz="1600" dirty="0"/>
              <a:t>，包括对系统的登录或远程访问。</a:t>
            </a:r>
            <a:endParaRPr lang="zh-CN" altLang="en-US" sz="1600" dirty="0"/>
          </a:p>
          <a:p>
            <a:pPr lvl="1" algn="just" eaLnBrk="1" hangingPunct="1">
              <a:lnSpc>
                <a:spcPct val="125000"/>
              </a:lnSpc>
              <a:spcBef>
                <a:spcPts val="1000"/>
              </a:spcBef>
              <a:spcAft>
                <a:spcPts val="0"/>
              </a:spcAft>
              <a:buClr>
                <a:schemeClr val="tx1"/>
              </a:buClr>
              <a:buSzPct val="70000"/>
              <a:buFont typeface="Wingdings" panose="05000000000000000000" pitchFamily="2" charset="2"/>
            </a:pPr>
            <a:r>
              <a:rPr lang="zh-CN" altLang="en-US" sz="1800" dirty="0">
                <a:latin typeface="Times New Roman" panose="02020603050405020304" pitchFamily="18" charset="0"/>
                <a:cs typeface="Times New Roman" panose="02020603050405020304" pitchFamily="18" charset="0"/>
              </a:rPr>
              <a:t>应用程序级别的安全性可确保：在预期的安全性情况下，</a:t>
            </a:r>
            <a:r>
              <a:rPr lang="en-US" altLang="zh-CN" sz="1800" dirty="0">
                <a:latin typeface="Times New Roman" panose="02020603050405020304" pitchFamily="18" charset="0"/>
                <a:cs typeface="Times New Roman" panose="02020603050405020304" pitchFamily="18" charset="0"/>
              </a:rPr>
              <a:t>Actor</a:t>
            </a:r>
            <a:r>
              <a:rPr lang="zh-CN" altLang="en-US" sz="1800" dirty="0">
                <a:latin typeface="Times New Roman" panose="02020603050405020304" pitchFamily="18" charset="0"/>
                <a:cs typeface="Times New Roman" panose="02020603050405020304" pitchFamily="18" charset="0"/>
              </a:rPr>
              <a:t>只能访问特定的功能或用例，或者只能访问有限的数据。 例如，可能会允许所有人输入数据、创建新账户，但只有管理员才能删除这些数据或账户。如果具有数据级别的安全性，测试就可确保“用户类型一”能够看到所有客户消息（包括财务数据），而“用户二”只能看见同一客户的统计数据。</a:t>
            </a:r>
            <a:endParaRPr lang="zh-CN" altLang="en-US" sz="1800" dirty="0">
              <a:latin typeface="Times New Roman" panose="02020603050405020304" pitchFamily="18" charset="0"/>
              <a:cs typeface="Times New Roman" panose="02020603050405020304" pitchFamily="18" charset="0"/>
            </a:endParaRPr>
          </a:p>
          <a:p>
            <a:pPr lvl="1" algn="just" eaLnBrk="1" hangingPunct="1">
              <a:lnSpc>
                <a:spcPct val="125000"/>
              </a:lnSpc>
              <a:spcBef>
                <a:spcPts val="1000"/>
              </a:spcBef>
              <a:spcAft>
                <a:spcPts val="0"/>
              </a:spcAft>
              <a:buClr>
                <a:schemeClr val="tx1"/>
              </a:buClr>
              <a:buSzPct val="70000"/>
              <a:buFont typeface="Wingdings" panose="05000000000000000000" pitchFamily="2" charset="2"/>
            </a:pPr>
            <a:r>
              <a:rPr lang="zh-CN" altLang="en-US" sz="1800" dirty="0">
                <a:latin typeface="Times New Roman" panose="02020603050405020304" pitchFamily="18" charset="0"/>
                <a:cs typeface="Times New Roman" panose="02020603050405020304" pitchFamily="18" charset="0"/>
              </a:rPr>
              <a:t>系统级别的安全性可确保只有具备系统访问权限的用户才能访问应用程序，而且只能通过相应的网关来访问。</a:t>
            </a:r>
            <a:endParaRPr lang="zh-CN" altLang="en-US" sz="18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灯片编号占位符 6"/>
          <p:cNvSpPr txBox="1">
            <a:spLocks noGrp="1"/>
          </p:cNvSpPr>
          <p:nvPr>
            <p:ph type="sldNum" sz="quarter" idx="12"/>
          </p:nvPr>
        </p:nvSpPr>
        <p:spPr>
          <a:ln/>
        </p:spPr>
        <p:txBody>
          <a:bodyPr/>
          <a:p>
            <a:pPr marL="0" indent="0" algn="ctr" eaLnBrk="1" hangingPunct="1">
              <a:spcBef>
                <a:spcPct val="0"/>
              </a:spcBef>
              <a:buClrTx/>
              <a:buSzTx/>
              <a:buFontTx/>
              <a:buNone/>
            </a:pPr>
            <a:fld id="{9A0DB2DC-4C9A-4742-B13C-FB6460FD3503}" type="slidenum">
              <a:rPr lang="en-US" altLang="zh-CN" sz="1400" b="0" dirty="0"/>
            </a:fld>
            <a:endParaRPr lang="en-US" altLang="zh-CN" sz="1400" b="0" dirty="0"/>
          </a:p>
        </p:txBody>
      </p:sp>
      <p:sp>
        <p:nvSpPr>
          <p:cNvPr id="22531" name="Rectangle 2"/>
          <p:cNvSpPr>
            <a:spLocks noGrp="1"/>
          </p:cNvSpPr>
          <p:nvPr>
            <p:ph type="title"/>
          </p:nvPr>
        </p:nvSpPr>
        <p:spPr>
          <a:ln/>
        </p:spPr>
        <p:txBody>
          <a:bodyPr vert="horz" wrap="square" lIns="91440" tIns="45720" rIns="91440" bIns="45720" anchor="b" anchorCtr="0"/>
          <a:p>
            <a:pPr eaLnBrk="1" hangingPunct="1"/>
            <a:r>
              <a:rPr lang="zh-CN" altLang="en-US" dirty="0"/>
              <a:t>内容</a:t>
            </a:r>
            <a:r>
              <a:rPr lang="en-US" altLang="zh-CN" dirty="0">
                <a:latin typeface="Arial" panose="020B0604020202020204" pitchFamily="34" charset="0"/>
              </a:rPr>
              <a:t>——</a:t>
            </a:r>
            <a:r>
              <a:rPr lang="zh-CN" altLang="en-US" dirty="0"/>
              <a:t>测试策略</a:t>
            </a:r>
            <a:r>
              <a:rPr lang="en-US" altLang="zh-CN" dirty="0">
                <a:latin typeface="Arial" panose="020B0604020202020204" pitchFamily="34" charset="0"/>
              </a:rPr>
              <a:t>——</a:t>
            </a:r>
            <a:r>
              <a:rPr lang="en-US" altLang="zh-CN" dirty="0"/>
              <a:t>3.1 </a:t>
            </a:r>
            <a:r>
              <a:rPr lang="zh-CN" altLang="en-US" dirty="0"/>
              <a:t>测试类型</a:t>
            </a:r>
            <a:endParaRPr lang="zh-CN" altLang="en-US" dirty="0"/>
          </a:p>
        </p:txBody>
      </p:sp>
      <p:sp>
        <p:nvSpPr>
          <p:cNvPr id="22532" name="Rectangle 3"/>
          <p:cNvSpPr>
            <a:spLocks noGrp="1"/>
          </p:cNvSpPr>
          <p:nvPr>
            <p:ph type="body" sz="half" idx="1"/>
          </p:nvPr>
        </p:nvSpPr>
        <p:spPr>
          <a:xfrm>
            <a:off x="762000" y="1295400"/>
            <a:ext cx="7696200" cy="609600"/>
          </a:xfrm>
          <a:ln/>
        </p:spPr>
        <p:txBody>
          <a:bodyPr vert="horz" wrap="square" lIns="91440" tIns="45720" rIns="91440" bIns="45720" anchor="t" anchorCtr="0"/>
          <a:p>
            <a:pPr eaLnBrk="1" hangingPunct="1">
              <a:lnSpc>
                <a:spcPct val="80000"/>
              </a:lnSpc>
              <a:buClr>
                <a:schemeClr val="bg2"/>
              </a:buClr>
              <a:buSzPct val="70000"/>
              <a:buFont typeface="Wingdings" panose="05000000000000000000" pitchFamily="2" charset="2"/>
            </a:pPr>
            <a:r>
              <a:rPr lang="en-US" altLang="zh-CN" sz="2500" dirty="0"/>
              <a:t>3.1.9     </a:t>
            </a:r>
            <a:r>
              <a:rPr lang="zh-CN" altLang="en-US" sz="2500" dirty="0"/>
              <a:t>安全性和访问控制测试</a:t>
            </a:r>
            <a:endParaRPr lang="zh-CN" altLang="en-US" sz="2500" dirty="0"/>
          </a:p>
        </p:txBody>
      </p:sp>
      <p:graphicFrame>
        <p:nvGraphicFramePr>
          <p:cNvPr id="371736" name="Group 24"/>
          <p:cNvGraphicFramePr>
            <a:graphicFrameLocks noGrp="1"/>
          </p:cNvGraphicFramePr>
          <p:nvPr>
            <p:ph sz="half" idx="1"/>
          </p:nvPr>
        </p:nvGraphicFramePr>
        <p:xfrm>
          <a:off x="533400" y="1981200"/>
          <a:ext cx="8382000" cy="4022725"/>
        </p:xfrm>
        <a:graphic>
          <a:graphicData uri="http://schemas.openxmlformats.org/drawingml/2006/table">
            <a:tbl>
              <a:tblPr/>
              <a:tblGrid>
                <a:gridCol w="1219200"/>
                <a:gridCol w="7162800"/>
              </a:tblGrid>
              <a:tr h="944563">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测试目标：</a:t>
                      </a:r>
                      <a:endParaRPr kumimoji="0" lang="zh-CN" altLang="en-GB"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应用程序级别的安全性： </a:t>
                      </a:r>
                      <a:endParaRPr kumimoji="0" lang="zh-CN" altLang="en-GB"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 </a:t>
                      </a:r>
                      <a:r>
                        <a:rPr kumimoji="0" lang="zh-CN" altLang="en-GB" sz="16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核实</a:t>
                      </a:r>
                      <a:r>
                        <a:rPr kumimoji="0" lang="zh-CN" altLang="en-US" sz="16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6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Actor</a:t>
                      </a:r>
                      <a:r>
                        <a:rPr kumimoji="0" lang="zh-CN" altLang="en-US" sz="16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只能访问其所属用户类型已被授权访问的那些功能或数据。</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GB"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系统级别的安全性：</a:t>
                      </a:r>
                      <a:endParaRPr kumimoji="0" lang="zh-CN" altLang="en-GB"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GB" altLang="zh-CN" sz="1600" b="1" i="0" u="none" strike="noStrike" cap="none" normalizeH="0" baseline="0" smtClean="0">
                          <a:ln>
                            <a:noFill/>
                          </a:ln>
                          <a:solidFill>
                            <a:schemeClr val="tx1"/>
                          </a:solidFill>
                          <a:effectLst/>
                          <a:latin typeface="Symbol" panose="05050102010706020507" pitchFamily="18" charset="2"/>
                          <a:ea typeface="宋体" panose="02010600030101010101" pitchFamily="2" charset="-122"/>
                          <a:cs typeface="Times New Roman" panose="02020603050405020304" pitchFamily="18" charset="0"/>
                        </a:rPr>
                        <a:t>- </a:t>
                      </a:r>
                      <a:r>
                        <a:rPr kumimoji="0" lang="zh-CN" altLang="en-GB" sz="16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核实只有具备系统和应用程序访问权限的</a:t>
                      </a:r>
                      <a:r>
                        <a:rPr kumimoji="0" lang="en-US" altLang="zh-CN" sz="16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Actor</a:t>
                      </a:r>
                      <a:r>
                        <a:rPr kumimoji="0" lang="zh-CN" altLang="en-US" sz="16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才能访问系统和应用程序</a:t>
                      </a:r>
                      <a:r>
                        <a:rPr kumimoji="0" lang="zh-CN" altLang="en-GB"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GB" altLang="zh-CN"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585913">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技术：</a:t>
                      </a:r>
                      <a:endParaRPr kumimoji="0" lang="zh-CN" altLang="en-GB"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应用程序级别的安全性：</a:t>
                      </a:r>
                      <a:endParaRPr kumimoji="0" lang="zh-CN" altLang="en-GB"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 </a:t>
                      </a:r>
                      <a:r>
                        <a:rPr kumimoji="0" lang="zh-CN" altLang="en-GB"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确定并列出各用户类型及其被授权访问的功能或数据。</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为各用户类型创建测试，并通过创建各用户类型所特有的事务来核实其权限</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修改用户类型并为相同的用户重新运行测试。对于每种用户类型，确保正确地提供或拒绝了这些附加的功能或数据。</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GB"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系统级别的访问：</a:t>
                      </a:r>
                      <a:endParaRPr kumimoji="0" lang="zh-CN" altLang="en-GB"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 </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请参见以下的</a:t>
                      </a:r>
                      <a:r>
                        <a:rPr kumimoji="0" lang="zh-CN" altLang="en-US" sz="1600" b="1" i="0" u="none" strike="noStrike" cap="none" normalizeH="0" baseline="0" dirty="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rPr>
                        <a:t>“</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需考虑的特殊事项</a:t>
                      </a:r>
                      <a:r>
                        <a:rPr kumimoji="0" lang="zh-CN" altLang="en-US" sz="1600" b="1" i="0" u="none" strike="noStrike" cap="none" normalizeH="0" baseline="0" dirty="0" smtClean="0">
                          <a:ln>
                            <a:noFill/>
                          </a:ln>
                          <a:solidFill>
                            <a:srgbClr val="0000FF"/>
                          </a:solidFill>
                          <a:effectLst/>
                          <a:latin typeface="Arial" panose="020B0604020202020204" pitchFamily="34" charset="0"/>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17525">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完成标准：</a:t>
                      </a:r>
                      <a:endParaRPr kumimoji="0" lang="zh-CN" altLang="en-GB"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各种已知的</a:t>
                      </a:r>
                      <a:r>
                        <a:rPr kumimoji="0" lang="en-US" altLang="zh-CN" sz="16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Actor </a:t>
                      </a:r>
                      <a:r>
                        <a:rPr kumimoji="0" lang="zh-CN" altLang="en-US" sz="16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类型都可访问相应的功能或数据，而且所有事务都按照预期的方式运行，并在先前的应用程序功能测试中运行了所有的事务。</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17525">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需考虑的特殊事项：</a:t>
                      </a:r>
                      <a:endParaRPr kumimoji="0" lang="zh-CN" altLang="en-GB"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必须与相应的网络或系统管理员一起对系统访问权进行检查和讨论。由于此测试可能是网络管理或系统管理的职能，可能会不需要执行此测试。</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灯片编号占位符 6"/>
          <p:cNvSpPr txBox="1">
            <a:spLocks noGrp="1"/>
          </p:cNvSpPr>
          <p:nvPr>
            <p:ph type="sldNum" sz="quarter" idx="12"/>
          </p:nvPr>
        </p:nvSpPr>
        <p:spPr>
          <a:ln/>
        </p:spPr>
        <p:txBody>
          <a:bodyPr/>
          <a:p>
            <a:pPr marL="0" indent="0" algn="ctr" eaLnBrk="1" hangingPunct="1">
              <a:spcBef>
                <a:spcPct val="0"/>
              </a:spcBef>
              <a:buClrTx/>
              <a:buSzTx/>
              <a:buFontTx/>
              <a:buNone/>
            </a:pPr>
            <a:fld id="{9A0DB2DC-4C9A-4742-B13C-FB6460FD3503}" type="slidenum">
              <a:rPr lang="en-US" altLang="zh-CN" sz="1400" b="0" dirty="0"/>
            </a:fld>
            <a:endParaRPr lang="en-US" altLang="zh-CN" sz="1400" b="0" dirty="0"/>
          </a:p>
        </p:txBody>
      </p:sp>
      <p:sp>
        <p:nvSpPr>
          <p:cNvPr id="23555" name="Rectangle 2"/>
          <p:cNvSpPr>
            <a:spLocks noGrp="1"/>
          </p:cNvSpPr>
          <p:nvPr>
            <p:ph type="title"/>
          </p:nvPr>
        </p:nvSpPr>
        <p:spPr>
          <a:ln/>
        </p:spPr>
        <p:txBody>
          <a:bodyPr vert="horz" wrap="square" lIns="91440" tIns="45720" rIns="91440" bIns="45720" anchor="b" anchorCtr="0"/>
          <a:p>
            <a:pPr eaLnBrk="1" hangingPunct="1"/>
            <a:r>
              <a:rPr lang="zh-CN" altLang="en-US" dirty="0"/>
              <a:t>内容</a:t>
            </a:r>
            <a:r>
              <a:rPr lang="en-US" altLang="zh-CN" dirty="0">
                <a:latin typeface="Arial" panose="020B0604020202020204" pitchFamily="34" charset="0"/>
              </a:rPr>
              <a:t>——</a:t>
            </a:r>
            <a:r>
              <a:rPr lang="zh-CN" altLang="en-US" dirty="0"/>
              <a:t>测试策略</a:t>
            </a:r>
            <a:r>
              <a:rPr lang="en-US" altLang="zh-CN" dirty="0">
                <a:latin typeface="Arial" panose="020B0604020202020204" pitchFamily="34" charset="0"/>
              </a:rPr>
              <a:t>——</a:t>
            </a:r>
            <a:r>
              <a:rPr lang="en-US" altLang="zh-CN" dirty="0"/>
              <a:t>3.1 </a:t>
            </a:r>
            <a:r>
              <a:rPr lang="zh-CN" altLang="en-US" dirty="0"/>
              <a:t>测试类型</a:t>
            </a:r>
            <a:endParaRPr lang="zh-CN" altLang="en-US" dirty="0"/>
          </a:p>
        </p:txBody>
      </p:sp>
      <p:sp>
        <p:nvSpPr>
          <p:cNvPr id="23556" name="Rectangle 7"/>
          <p:cNvSpPr>
            <a:spLocks noGrp="1"/>
          </p:cNvSpPr>
          <p:nvPr>
            <p:ph type="body" sz="half" idx="1"/>
          </p:nvPr>
        </p:nvSpPr>
        <p:spPr>
          <a:xfrm>
            <a:off x="762000" y="1295400"/>
            <a:ext cx="7924800" cy="4876800"/>
          </a:xfrm>
          <a:ln/>
        </p:spPr>
        <p:txBody>
          <a:bodyPr vert="horz" wrap="square" lIns="91440" tIns="45720" rIns="91440" bIns="45720" anchor="t" anchorCtr="0"/>
          <a:p>
            <a:pPr eaLnBrk="1" hangingPunct="1">
              <a:lnSpc>
                <a:spcPct val="105000"/>
              </a:lnSpc>
              <a:spcBef>
                <a:spcPct val="30000"/>
              </a:spcBef>
              <a:buClr>
                <a:schemeClr val="bg2"/>
              </a:buClr>
              <a:buSzPct val="70000"/>
              <a:buFont typeface="Wingdings" panose="05000000000000000000" pitchFamily="2" charset="2"/>
            </a:pPr>
            <a:r>
              <a:rPr lang="en-US" altLang="zh-CN" sz="2500" dirty="0"/>
              <a:t>3.1.10     </a:t>
            </a:r>
            <a:r>
              <a:rPr lang="zh-CN" altLang="en-US" sz="2500" dirty="0"/>
              <a:t>故障转移和恢复测试</a:t>
            </a:r>
            <a:endParaRPr lang="zh-CN" altLang="en-US" sz="2500" dirty="0"/>
          </a:p>
          <a:p>
            <a:pPr lvl="1" eaLnBrk="1" hangingPunct="1">
              <a:lnSpc>
                <a:spcPct val="125000"/>
              </a:lnSpc>
              <a:spcBef>
                <a:spcPts val="1000"/>
              </a:spcBef>
              <a:spcAft>
                <a:spcPts val="500"/>
              </a:spcAft>
              <a:buClr>
                <a:schemeClr val="tx1"/>
              </a:buClr>
              <a:buSzPct val="70000"/>
              <a:buFont typeface="Wingdings" panose="05000000000000000000" pitchFamily="2" charset="2"/>
            </a:pPr>
            <a:r>
              <a:rPr lang="zh-CN" altLang="en-US" sz="1800" dirty="0"/>
              <a:t>故障转移和恢复测试</a:t>
            </a:r>
            <a:r>
              <a:rPr lang="zh-CN" altLang="en-US" sz="1800" dirty="0">
                <a:solidFill>
                  <a:srgbClr val="FF0000"/>
                </a:solidFill>
              </a:rPr>
              <a:t>可确保测试对象能成功完成故障转移，并能从导致意外数据损失或数据完整性破坏的各种硬件、软件或网络故障中恢复</a:t>
            </a:r>
            <a:r>
              <a:rPr lang="zh-CN" altLang="en-US" sz="1800" dirty="0"/>
              <a:t>。 </a:t>
            </a:r>
            <a:endParaRPr lang="zh-CN" altLang="en-US" sz="1800" dirty="0"/>
          </a:p>
          <a:p>
            <a:pPr lvl="2" algn="just" eaLnBrk="1" hangingPunct="1">
              <a:lnSpc>
                <a:spcPct val="125000"/>
              </a:lnSpc>
              <a:spcBef>
                <a:spcPts val="1000"/>
              </a:spcBef>
              <a:spcAft>
                <a:spcPts val="500"/>
              </a:spcAft>
              <a:buClr>
                <a:schemeClr val="tx1"/>
              </a:buClr>
              <a:buSzPct val="150000"/>
              <a:buFontTx/>
            </a:pPr>
            <a:r>
              <a:rPr lang="zh-CN" altLang="en-US" sz="1800" dirty="0"/>
              <a:t>故障转移测试可确保：对于必须持续运行的系统，一旦发生故障，备用系统就将不失时机地“顶替”发生故障的系统，以避免丢失任何数据或事务。</a:t>
            </a:r>
            <a:endParaRPr lang="zh-CN" altLang="en-US" sz="1800" dirty="0"/>
          </a:p>
          <a:p>
            <a:pPr lvl="2" algn="just" eaLnBrk="1" hangingPunct="1">
              <a:lnSpc>
                <a:spcPct val="125000"/>
              </a:lnSpc>
              <a:spcBef>
                <a:spcPts val="1000"/>
              </a:spcBef>
              <a:spcAft>
                <a:spcPts val="500"/>
              </a:spcAft>
              <a:buClr>
                <a:schemeClr val="tx1"/>
              </a:buClr>
              <a:buSzPct val="150000"/>
              <a:buFontTx/>
            </a:pPr>
            <a:r>
              <a:rPr lang="zh-CN" altLang="en-US" sz="1800" dirty="0"/>
              <a:t>恢复测试是一种对抗性的测试过程。在这种测试中，将把应用程序或系统置于极端的条件下（或者是模拟的极端条件下），以产生故障（例如设备输入</a:t>
            </a:r>
            <a:r>
              <a:rPr lang="en-US" altLang="zh-CN" sz="1800" dirty="0"/>
              <a:t>/</a:t>
            </a:r>
            <a:r>
              <a:rPr lang="zh-CN" altLang="en-US" sz="1800" dirty="0"/>
              <a:t>输出 </a:t>
            </a:r>
            <a:r>
              <a:rPr lang="en-US" altLang="zh-CN" sz="1800" dirty="0"/>
              <a:t>(I/O) </a:t>
            </a:r>
            <a:r>
              <a:rPr lang="zh-CN" altLang="en-US" sz="1800" dirty="0"/>
              <a:t>故障或无效的数据库指针和关健字）。然后调用恢复进程并监测和检查应用程序和系统，核实应用程序或系统和数据已得到了正确的恢复。</a:t>
            </a:r>
            <a:endParaRPr lang="zh-CN" altLang="en-US" sz="1800" dirty="0"/>
          </a:p>
        </p:txBody>
      </p:sp>
    </p:spTree>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灯片编号占位符 6"/>
          <p:cNvSpPr txBox="1">
            <a:spLocks noGrp="1"/>
          </p:cNvSpPr>
          <p:nvPr>
            <p:ph type="sldNum" sz="quarter" idx="12"/>
          </p:nvPr>
        </p:nvSpPr>
        <p:spPr>
          <a:ln/>
        </p:spPr>
        <p:txBody>
          <a:bodyPr/>
          <a:p>
            <a:pPr marL="0" indent="0" algn="ctr" eaLnBrk="1" hangingPunct="1">
              <a:spcBef>
                <a:spcPct val="0"/>
              </a:spcBef>
              <a:buClrTx/>
              <a:buSzTx/>
              <a:buFontTx/>
              <a:buNone/>
            </a:pPr>
            <a:fld id="{9A0DB2DC-4C9A-4742-B13C-FB6460FD3503}" type="slidenum">
              <a:rPr lang="en-US" altLang="zh-CN" sz="1400" b="0" dirty="0"/>
            </a:fld>
            <a:endParaRPr lang="en-US" altLang="zh-CN" sz="1400" b="0" dirty="0"/>
          </a:p>
        </p:txBody>
      </p:sp>
      <p:sp>
        <p:nvSpPr>
          <p:cNvPr id="24579" name="Rectangle 2"/>
          <p:cNvSpPr>
            <a:spLocks noGrp="1"/>
          </p:cNvSpPr>
          <p:nvPr>
            <p:ph type="title"/>
          </p:nvPr>
        </p:nvSpPr>
        <p:spPr>
          <a:ln/>
        </p:spPr>
        <p:txBody>
          <a:bodyPr vert="horz" wrap="square" lIns="91440" tIns="45720" rIns="91440" bIns="45720" anchor="b" anchorCtr="0"/>
          <a:p>
            <a:pPr eaLnBrk="1" hangingPunct="1"/>
            <a:r>
              <a:rPr lang="zh-CN" altLang="en-US" dirty="0"/>
              <a:t>内容</a:t>
            </a:r>
            <a:r>
              <a:rPr lang="en-US" altLang="zh-CN" dirty="0">
                <a:latin typeface="Arial" panose="020B0604020202020204" pitchFamily="34" charset="0"/>
              </a:rPr>
              <a:t>——</a:t>
            </a:r>
            <a:r>
              <a:rPr lang="zh-CN" altLang="en-US" dirty="0"/>
              <a:t>测试策略</a:t>
            </a:r>
            <a:r>
              <a:rPr lang="en-US" altLang="zh-CN" dirty="0">
                <a:latin typeface="Arial" panose="020B0604020202020204" pitchFamily="34" charset="0"/>
              </a:rPr>
              <a:t>——</a:t>
            </a:r>
            <a:r>
              <a:rPr lang="en-US" altLang="zh-CN" dirty="0"/>
              <a:t>3.1 </a:t>
            </a:r>
            <a:r>
              <a:rPr lang="zh-CN" altLang="en-US" dirty="0"/>
              <a:t>测试类型</a:t>
            </a:r>
            <a:endParaRPr lang="zh-CN" altLang="en-US" dirty="0"/>
          </a:p>
        </p:txBody>
      </p:sp>
      <p:sp>
        <p:nvSpPr>
          <p:cNvPr id="24580" name="Rectangle 3"/>
          <p:cNvSpPr>
            <a:spLocks noGrp="1"/>
          </p:cNvSpPr>
          <p:nvPr>
            <p:ph type="body" sz="half" idx="1"/>
          </p:nvPr>
        </p:nvSpPr>
        <p:spPr>
          <a:xfrm>
            <a:off x="762000" y="1295400"/>
            <a:ext cx="7696200" cy="457200"/>
          </a:xfrm>
          <a:ln/>
        </p:spPr>
        <p:txBody>
          <a:bodyPr vert="horz" wrap="square" lIns="91440" tIns="45720" rIns="91440" bIns="45720" anchor="t" anchorCtr="0"/>
          <a:p>
            <a:pPr eaLnBrk="1" hangingPunct="1">
              <a:lnSpc>
                <a:spcPct val="80000"/>
              </a:lnSpc>
              <a:buClr>
                <a:schemeClr val="bg2"/>
              </a:buClr>
              <a:buSzPct val="70000"/>
              <a:buFont typeface="Wingdings" panose="05000000000000000000" pitchFamily="2" charset="2"/>
            </a:pPr>
            <a:r>
              <a:rPr lang="en-US" altLang="zh-CN" sz="2500" dirty="0"/>
              <a:t>3.1.10     </a:t>
            </a:r>
            <a:r>
              <a:rPr lang="zh-CN" altLang="en-US" sz="2500" dirty="0"/>
              <a:t>故障转移和恢复测试</a:t>
            </a:r>
            <a:endParaRPr lang="zh-CN" altLang="en-US" sz="2500" dirty="0"/>
          </a:p>
        </p:txBody>
      </p:sp>
      <p:graphicFrame>
        <p:nvGraphicFramePr>
          <p:cNvPr id="373784" name="Group 24"/>
          <p:cNvGraphicFramePr>
            <a:graphicFrameLocks noGrp="1"/>
          </p:cNvGraphicFramePr>
          <p:nvPr>
            <p:ph sz="half" idx="1"/>
          </p:nvPr>
        </p:nvGraphicFramePr>
        <p:xfrm>
          <a:off x="609600" y="1905000"/>
          <a:ext cx="8153400" cy="3124200"/>
        </p:xfrm>
        <a:graphic>
          <a:graphicData uri="http://schemas.openxmlformats.org/drawingml/2006/table">
            <a:tbl>
              <a:tblPr/>
              <a:tblGrid>
                <a:gridCol w="887413"/>
                <a:gridCol w="7265987"/>
              </a:tblGrid>
              <a:tr h="3124200">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测试目标：</a:t>
                      </a:r>
                      <a:endPar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19050" marR="19050" marT="19050" marB="19050"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15000"/>
                        </a:spcBef>
                        <a:spcAft>
                          <a:spcPct val="0"/>
                        </a:spcAft>
                        <a:buClrTx/>
                        <a:buSzTx/>
                        <a:buFontTx/>
                        <a:buNone/>
                      </a:pPr>
                      <a:r>
                        <a:rPr kumimoji="0" lang="zh-CN" altLang="en-US"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确保恢复进程（手工或自动）将数据库、应用程序和系统正确地恢复到了预期的已知状态。 测试中将包括以下各种情况：</a:t>
                      </a:r>
                      <a:endPar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15000"/>
                        </a:spcBef>
                        <a:spcAft>
                          <a:spcPct val="0"/>
                        </a:spcAft>
                        <a:buClrTx/>
                        <a:buSzTx/>
                        <a:buFontTx/>
                        <a:buNone/>
                      </a:pPr>
                      <a:r>
                        <a:rPr kumimoji="0" lang="en-US" altLang="zh-CN" sz="18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8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8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客户机断电</a:t>
                      </a:r>
                      <a:endPar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15000"/>
                        </a:spcBef>
                        <a:spcAft>
                          <a:spcPct val="0"/>
                        </a:spcAft>
                        <a:buClrTx/>
                        <a:buSzTx/>
                        <a:buFontTx/>
                        <a:buNone/>
                      </a:pPr>
                      <a:r>
                        <a:rPr kumimoji="0" lang="en-US" altLang="zh-CN" sz="18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8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8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服务器断电</a:t>
                      </a:r>
                      <a:endPar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15000"/>
                        </a:spcBef>
                        <a:spcAft>
                          <a:spcPct val="0"/>
                        </a:spcAft>
                        <a:buClrTx/>
                        <a:buSzTx/>
                        <a:buFontTx/>
                        <a:buNone/>
                      </a:pPr>
                      <a:r>
                        <a:rPr kumimoji="0" lang="en-US" altLang="zh-CN" sz="18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8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8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通过网络服务器产生的通信中断</a:t>
                      </a:r>
                      <a:endPar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15000"/>
                        </a:spcBef>
                        <a:spcAft>
                          <a:spcPct val="0"/>
                        </a:spcAft>
                        <a:buClrTx/>
                        <a:buSzTx/>
                        <a:buFontTx/>
                        <a:buNone/>
                      </a:pPr>
                      <a:r>
                        <a:rPr kumimoji="0" lang="en-US" altLang="zh-CN" sz="18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8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8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DASD</a:t>
                      </a:r>
                      <a:r>
                        <a:rPr kumimoji="0" lang="zh-CN" altLang="en-US" sz="18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和</a:t>
                      </a:r>
                      <a:r>
                        <a:rPr kumimoji="0" lang="en-US" altLang="zh-CN" sz="18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8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或</a:t>
                      </a:r>
                      <a:r>
                        <a:rPr kumimoji="0" lang="en-US" altLang="zh-CN" sz="18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DASD</a:t>
                      </a:r>
                      <a:r>
                        <a:rPr kumimoji="0" lang="zh-CN" altLang="en-US" sz="18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控制器</a:t>
                      </a:r>
                      <a:r>
                        <a:rPr kumimoji="0" lang="zh-CN" altLang="en-US" sz="18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被中断、断电或</a:t>
                      </a:r>
                      <a:r>
                        <a:rPr kumimoji="0" lang="zh-CN" altLang="en-US" sz="18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与</a:t>
                      </a:r>
                      <a:r>
                        <a:rPr kumimoji="0" lang="en-US" altLang="zh-CN" sz="18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DASD</a:t>
                      </a:r>
                      <a:r>
                        <a:rPr kumimoji="0" lang="zh-CN" altLang="en-US" sz="18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和</a:t>
                      </a:r>
                      <a:r>
                        <a:rPr kumimoji="0" lang="en-US" altLang="zh-CN" sz="18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8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或</a:t>
                      </a:r>
                      <a:r>
                        <a:rPr kumimoji="0" lang="en-US" altLang="zh-CN" sz="18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DASD</a:t>
                      </a:r>
                      <a:r>
                        <a:rPr kumimoji="0" lang="zh-CN" altLang="en-US" sz="18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控制器</a:t>
                      </a:r>
                      <a:r>
                        <a:rPr kumimoji="0" lang="zh-CN" altLang="en-US" sz="18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的通信中断</a:t>
                      </a:r>
                      <a:endPar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15000"/>
                        </a:spcBef>
                        <a:spcAft>
                          <a:spcPct val="0"/>
                        </a:spcAft>
                        <a:buClrTx/>
                        <a:buSzTx/>
                        <a:buFontTx/>
                        <a:buNone/>
                      </a:pPr>
                      <a:r>
                        <a:rPr kumimoji="0" lang="en-US" altLang="zh-CN" sz="18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8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8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周期未完成（数据过滤进程被中断， 数据同步进程被中断）。</a:t>
                      </a:r>
                      <a:endPar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15000"/>
                        </a:spcBef>
                        <a:spcAft>
                          <a:spcPct val="0"/>
                        </a:spcAft>
                        <a:buClrTx/>
                        <a:buSzTx/>
                        <a:buFontTx/>
                        <a:buNone/>
                      </a:pPr>
                      <a:r>
                        <a:rPr kumimoji="0" lang="en-US" altLang="zh-CN" sz="18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8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8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数据库指针或关键字无效</a:t>
                      </a:r>
                      <a:endPar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15000"/>
                        </a:spcBef>
                        <a:spcAft>
                          <a:spcPct val="0"/>
                        </a:spcAft>
                        <a:buClrTx/>
                        <a:buSzTx/>
                        <a:buFontTx/>
                        <a:buNone/>
                      </a:pPr>
                      <a:r>
                        <a:rPr kumimoji="0" lang="en-US" altLang="zh-CN" sz="18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8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8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数据库中的数据元素无效或遭到破坏</a:t>
                      </a:r>
                      <a:endPar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19050" marR="19050" marT="19050" marB="19050"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灯片编号占位符 6"/>
          <p:cNvSpPr txBox="1">
            <a:spLocks noGrp="1"/>
          </p:cNvSpPr>
          <p:nvPr>
            <p:ph type="sldNum" sz="quarter" idx="12"/>
          </p:nvPr>
        </p:nvSpPr>
        <p:spPr>
          <a:ln/>
        </p:spPr>
        <p:txBody>
          <a:bodyPr/>
          <a:p>
            <a:pPr marL="0" indent="0" algn="ctr" eaLnBrk="1" hangingPunct="1">
              <a:spcBef>
                <a:spcPct val="0"/>
              </a:spcBef>
              <a:buClrTx/>
              <a:buSzTx/>
              <a:buFontTx/>
              <a:buNone/>
            </a:pPr>
            <a:fld id="{9A0DB2DC-4C9A-4742-B13C-FB6460FD3503}" type="slidenum">
              <a:rPr lang="en-US" altLang="zh-CN" sz="1400" b="0" dirty="0"/>
            </a:fld>
            <a:endParaRPr lang="en-US" altLang="zh-CN" sz="1400" b="0" dirty="0"/>
          </a:p>
        </p:txBody>
      </p:sp>
      <p:sp>
        <p:nvSpPr>
          <p:cNvPr id="25603" name="Rectangle 2"/>
          <p:cNvSpPr>
            <a:spLocks noGrp="1"/>
          </p:cNvSpPr>
          <p:nvPr>
            <p:ph type="title"/>
          </p:nvPr>
        </p:nvSpPr>
        <p:spPr>
          <a:ln/>
        </p:spPr>
        <p:txBody>
          <a:bodyPr vert="horz" wrap="square" lIns="91440" tIns="45720" rIns="91440" bIns="45720" anchor="b" anchorCtr="0"/>
          <a:p>
            <a:pPr eaLnBrk="1" hangingPunct="1"/>
            <a:r>
              <a:rPr lang="zh-CN" altLang="en-US" dirty="0"/>
              <a:t>内容</a:t>
            </a:r>
            <a:r>
              <a:rPr lang="en-US" altLang="zh-CN" dirty="0">
                <a:latin typeface="Arial" panose="020B0604020202020204" pitchFamily="34" charset="0"/>
              </a:rPr>
              <a:t>——</a:t>
            </a:r>
            <a:r>
              <a:rPr lang="zh-CN" altLang="en-US" dirty="0"/>
              <a:t>测试策略</a:t>
            </a:r>
            <a:r>
              <a:rPr lang="en-US" altLang="zh-CN" dirty="0">
                <a:latin typeface="Arial" panose="020B0604020202020204" pitchFamily="34" charset="0"/>
              </a:rPr>
              <a:t>——</a:t>
            </a:r>
            <a:r>
              <a:rPr lang="en-US" altLang="zh-CN" dirty="0"/>
              <a:t>3.1 </a:t>
            </a:r>
            <a:r>
              <a:rPr lang="zh-CN" altLang="en-US" dirty="0"/>
              <a:t>测试类型</a:t>
            </a:r>
            <a:endParaRPr lang="zh-CN" altLang="en-US" dirty="0"/>
          </a:p>
        </p:txBody>
      </p:sp>
      <p:sp>
        <p:nvSpPr>
          <p:cNvPr id="25604" name="Rectangle 3"/>
          <p:cNvSpPr>
            <a:spLocks noGrp="1"/>
          </p:cNvSpPr>
          <p:nvPr>
            <p:ph type="body" sz="half" idx="1"/>
          </p:nvPr>
        </p:nvSpPr>
        <p:spPr>
          <a:xfrm>
            <a:off x="762000" y="1295400"/>
            <a:ext cx="7696200" cy="457200"/>
          </a:xfrm>
          <a:ln/>
        </p:spPr>
        <p:txBody>
          <a:bodyPr vert="horz" wrap="square" lIns="91440" tIns="45720" rIns="91440" bIns="45720" anchor="t" anchorCtr="0"/>
          <a:p>
            <a:pPr eaLnBrk="1" hangingPunct="1">
              <a:lnSpc>
                <a:spcPct val="80000"/>
              </a:lnSpc>
              <a:buClr>
                <a:schemeClr val="bg2"/>
              </a:buClr>
              <a:buSzPct val="70000"/>
              <a:buFont typeface="Wingdings" panose="05000000000000000000" pitchFamily="2" charset="2"/>
            </a:pPr>
            <a:r>
              <a:rPr lang="en-US" altLang="zh-CN" sz="2500" dirty="0"/>
              <a:t>3.1.10     </a:t>
            </a:r>
            <a:r>
              <a:rPr lang="zh-CN" altLang="en-US" sz="2500" dirty="0"/>
              <a:t>故障转移和恢复测试</a:t>
            </a:r>
            <a:endParaRPr lang="zh-CN" altLang="en-US" sz="2500" dirty="0"/>
          </a:p>
        </p:txBody>
      </p:sp>
      <p:graphicFrame>
        <p:nvGraphicFramePr>
          <p:cNvPr id="24596" name="Group 20"/>
          <p:cNvGraphicFramePr>
            <a:graphicFrameLocks noGrp="1"/>
          </p:cNvGraphicFramePr>
          <p:nvPr>
            <p:ph sz="half" idx="1"/>
          </p:nvPr>
        </p:nvGraphicFramePr>
        <p:xfrm>
          <a:off x="152400" y="1752600"/>
          <a:ext cx="8839200" cy="4594225"/>
        </p:xfrm>
        <a:graphic>
          <a:graphicData uri="http://schemas.openxmlformats.org/drawingml/2006/table">
            <a:tbl>
              <a:tblPr/>
              <a:tblGrid>
                <a:gridCol w="962025"/>
                <a:gridCol w="7877175"/>
              </a:tblGrid>
              <a:tr h="3024734">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技术：</a:t>
                      </a:r>
                      <a:endParaRPr kumimoji="0" lang="zh-CN" altLang="en-US"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19050" marR="19050" marT="19042" marB="19042"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应该使用为功能和业务周期测试创建的测试来创建一系列的事务。一旦达到预期的测试起点，就应该分别执行或模拟以下操作：</a:t>
                      </a:r>
                      <a:endParaRPr kumimoji="0" lang="zh-CN" altLang="en-US"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4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4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客户机断电：关闭 </a:t>
                      </a:r>
                      <a:r>
                        <a:rPr kumimoji="0" lang="en-US" altLang="zh-CN" sz="14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PC </a:t>
                      </a:r>
                      <a:r>
                        <a:rPr kumimoji="0" lang="zh-CN" altLang="en-US" sz="14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机的电源。</a:t>
                      </a:r>
                      <a:endParaRPr kumimoji="0" lang="zh-CN" altLang="en-US"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4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4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服务器断电：模拟或启动服务器的断电 过程。</a:t>
                      </a:r>
                      <a:endParaRPr kumimoji="0" lang="zh-CN" altLang="en-US"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4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4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通过网络服务器产生的中断： 模拟或启动网络的通信中断（实际断开通信线路的连接或关闭网络</a:t>
                      </a:r>
                      <a:endParaRPr kumimoji="0" lang="zh-CN" altLang="en-US" sz="14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4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服务器或路由器的电源）。</a:t>
                      </a:r>
                      <a:endParaRPr kumimoji="0" lang="zh-CN" altLang="en-US"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4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DASD </a:t>
                      </a:r>
                      <a:r>
                        <a:rPr kumimoji="0" lang="zh-CN" altLang="en-US" sz="14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和 </a:t>
                      </a:r>
                      <a:r>
                        <a:rPr kumimoji="0" lang="en-US" altLang="zh-CN" sz="14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DASD </a:t>
                      </a:r>
                      <a:r>
                        <a:rPr kumimoji="0" lang="zh-CN" altLang="en-US" sz="14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控制器被中断、断电或与</a:t>
                      </a:r>
                      <a:r>
                        <a:rPr kumimoji="0" lang="en-US" altLang="zh-CN" sz="14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DASD </a:t>
                      </a:r>
                      <a:r>
                        <a:rPr kumimoji="0" lang="zh-CN" altLang="en-US" sz="14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和</a:t>
                      </a:r>
                      <a:r>
                        <a:rPr kumimoji="0" lang="en-US" altLang="zh-CN" sz="14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DASD </a:t>
                      </a:r>
                      <a:r>
                        <a:rPr kumimoji="0" lang="zh-CN" altLang="en-US" sz="14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控制器的通信中断：模拟与一个或多个 </a:t>
                      </a:r>
                      <a:endParaRPr kumimoji="0" lang="zh-CN" altLang="en-US" sz="14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4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4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DASD </a:t>
                      </a:r>
                      <a:r>
                        <a:rPr kumimoji="0" lang="zh-CN" altLang="en-US" sz="14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控制器或设备的通信，或实际取消这种通信。</a:t>
                      </a:r>
                      <a:endParaRPr kumimoji="0" lang="zh-CN" altLang="en-US"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一旦实现了上述情况（或模拟情况），就应该执行其他事务。而且一旦达到第二个测试点状态，就应调用恢复过程。</a:t>
                      </a:r>
                      <a:endParaRPr kumimoji="0" lang="zh-CN" altLang="en-US"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在测试不完整的周期时，使用的技术与上述相同，只不过应异常终止或提前终止数据库进程本身。</a:t>
                      </a:r>
                      <a:endParaRPr kumimoji="0" lang="zh-CN" altLang="en-US"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对以下情况的测试需要达到一个已知的数据库状态。 当破坏若干个数据库字段、指针和关键字时，应该以手工方式在数据库中（通过数据库工具）直接进行。 其他事务应该通过使用</a:t>
                      </a:r>
                      <a:r>
                        <a:rPr kumimoji="0" lang="zh-CN" altLang="en-US"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a:t>
                      </a:r>
                      <a:r>
                        <a:rPr kumimoji="0" lang="zh-CN" altLang="en-US" sz="1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应用程序功能测试</a:t>
                      </a:r>
                      <a:r>
                        <a:rPr kumimoji="0" lang="zh-CN" altLang="en-US"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a:t>
                      </a:r>
                      <a:r>
                        <a:rPr kumimoji="0" lang="zh-CN" altLang="en-US" sz="1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和</a:t>
                      </a:r>
                      <a:r>
                        <a:rPr kumimoji="0" lang="zh-CN" altLang="en-US"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a:t>
                      </a:r>
                      <a:r>
                        <a:rPr kumimoji="0" lang="zh-CN" altLang="en-US" sz="1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业务周期测试</a:t>
                      </a:r>
                      <a:r>
                        <a:rPr kumimoji="0" lang="zh-CN" altLang="en-US"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a:t>
                      </a:r>
                      <a:r>
                        <a:rPr kumimoji="0" lang="zh-CN" altLang="en-US" sz="1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中的测试来执行，并且应执行完整的周期。</a:t>
                      </a:r>
                      <a:endParaRPr kumimoji="0" lang="zh-CN" altLang="en-US"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19050" marR="19050" marT="19042" marB="19042"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78080">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完成标准：</a:t>
                      </a:r>
                      <a:endPar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9050" marR="19050" marT="19042" marB="19042"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在所有上述情况中，应用程序、数据库和系统应该在恢复过程完成时立即返回到一个已知的预期状态。 此状态包括仅限于已知损坏的字段、指针或关键字范围内的数据损坏，以及表明进程或事务因中断而未被完成的报表。</a:t>
                      </a:r>
                      <a:endPar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9050" marR="19050" marT="19042" marB="19042"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91412">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需考虑的特殊事项：</a:t>
                      </a:r>
                      <a:endPar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9050" marR="19050" marT="19042" marB="19042"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4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4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恢复测试会给其他操作带来许多的麻烦。 断开缆线连接的方法（模拟断电或通信中断） 可能并不</a:t>
                      </a:r>
                      <a:endParaRPr kumimoji="0" lang="zh-CN" altLang="en-US" sz="14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可取或不可行。所以，可能会需要采用其他方法， 例如诊断性软件工具。</a:t>
                      </a:r>
                      <a:endParaRPr kumimoji="0" lang="zh-CN" altLang="en-US"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4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4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需要系统（或计算机操作）、 数据库和网络组中的资源。</a:t>
                      </a:r>
                      <a:endParaRPr kumimoji="0" lang="zh-CN" altLang="en-US"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4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4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这些测试应该在工作时间之外或在一台独立的计算机上运行。</a:t>
                      </a:r>
                      <a:endParaRPr kumimoji="0" lang="zh-CN" altLang="en-US"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19050" marR="19050" marT="19042" marB="19042"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灯片编号占位符 6"/>
          <p:cNvSpPr txBox="1">
            <a:spLocks noGrp="1"/>
          </p:cNvSpPr>
          <p:nvPr>
            <p:ph type="sldNum" sz="quarter" idx="12"/>
          </p:nvPr>
        </p:nvSpPr>
        <p:spPr>
          <a:ln/>
        </p:spPr>
        <p:txBody>
          <a:bodyPr/>
          <a:p>
            <a:pPr marL="0" indent="0" algn="ctr" eaLnBrk="1" hangingPunct="1">
              <a:spcBef>
                <a:spcPct val="0"/>
              </a:spcBef>
              <a:buClrTx/>
              <a:buSzTx/>
              <a:buFontTx/>
              <a:buNone/>
            </a:pPr>
            <a:fld id="{9A0DB2DC-4C9A-4742-B13C-FB6460FD3503}" type="slidenum">
              <a:rPr lang="en-US" altLang="zh-CN" sz="1400" b="0" dirty="0"/>
            </a:fld>
            <a:endParaRPr lang="en-US" altLang="zh-CN" sz="1400" b="0" dirty="0"/>
          </a:p>
        </p:txBody>
      </p:sp>
      <p:sp>
        <p:nvSpPr>
          <p:cNvPr id="26627" name="Rectangle 2"/>
          <p:cNvSpPr>
            <a:spLocks noGrp="1"/>
          </p:cNvSpPr>
          <p:nvPr>
            <p:ph type="title"/>
          </p:nvPr>
        </p:nvSpPr>
        <p:spPr>
          <a:ln/>
        </p:spPr>
        <p:txBody>
          <a:bodyPr vert="horz" wrap="square" lIns="91440" tIns="45720" rIns="91440" bIns="45720" anchor="b" anchorCtr="0"/>
          <a:p>
            <a:pPr eaLnBrk="1" hangingPunct="1"/>
            <a:r>
              <a:rPr lang="zh-CN" altLang="en-US" dirty="0"/>
              <a:t>内容</a:t>
            </a:r>
            <a:r>
              <a:rPr lang="en-US" altLang="zh-CN" dirty="0">
                <a:latin typeface="Arial" panose="020B0604020202020204" pitchFamily="34" charset="0"/>
              </a:rPr>
              <a:t>——</a:t>
            </a:r>
            <a:r>
              <a:rPr lang="zh-CN" altLang="en-US" dirty="0"/>
              <a:t>测试策略</a:t>
            </a:r>
            <a:r>
              <a:rPr lang="en-US" altLang="zh-CN" dirty="0">
                <a:latin typeface="Arial" panose="020B0604020202020204" pitchFamily="34" charset="0"/>
              </a:rPr>
              <a:t>——</a:t>
            </a:r>
            <a:r>
              <a:rPr lang="en-US" altLang="zh-CN" dirty="0"/>
              <a:t>3.1 </a:t>
            </a:r>
            <a:r>
              <a:rPr lang="zh-CN" altLang="en-US" dirty="0"/>
              <a:t>测试类型</a:t>
            </a:r>
            <a:endParaRPr lang="zh-CN" altLang="en-US" dirty="0"/>
          </a:p>
        </p:txBody>
      </p:sp>
      <p:sp>
        <p:nvSpPr>
          <p:cNvPr id="26628" name="Rectangle 3"/>
          <p:cNvSpPr>
            <a:spLocks noGrp="1" noChangeArrowheads="1"/>
          </p:cNvSpPr>
          <p:nvPr>
            <p:ph type="body" sz="half" idx="1"/>
          </p:nvPr>
        </p:nvSpPr>
        <p:spPr>
          <a:xfrm>
            <a:off x="381000" y="1295400"/>
            <a:ext cx="8534400" cy="1828800"/>
          </a:xfrm>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
                <a:schemeClr val="bg2"/>
              </a:buClr>
              <a:buSzPct val="70000"/>
              <a:buFont typeface="Wingdings" panose="05000000000000000000" pitchFamily="2" charset="2"/>
              <a:buChar char="l"/>
              <a:defRPr/>
            </a:pPr>
            <a:r>
              <a:rPr kumimoji="0" lang="en-US" altLang="zh-CN" sz="2500" b="1" i="0" u="none" strike="noStrike" kern="0" cap="none" spc="0" normalizeH="0" baseline="0" noProof="0" dirty="0" smtClean="0">
                <a:ln>
                  <a:noFill/>
                </a:ln>
                <a:solidFill>
                  <a:schemeClr val="tx1"/>
                </a:solidFill>
                <a:effectLst/>
                <a:uLnTx/>
                <a:uFillTx/>
                <a:latin typeface="+mn-lt"/>
                <a:ea typeface="+mn-ea"/>
                <a:cs typeface="+mn-cs"/>
              </a:rPr>
              <a:t>3.1.11     </a:t>
            </a:r>
            <a:r>
              <a:rPr kumimoji="0" lang="zh-CN" altLang="en-US" sz="2500" b="1" i="0" u="none" strike="noStrike" kern="0" cap="none" spc="0" normalizeH="0" baseline="0" noProof="0" dirty="0" smtClean="0">
                <a:ln>
                  <a:noFill/>
                </a:ln>
                <a:solidFill>
                  <a:schemeClr val="tx1"/>
                </a:solidFill>
                <a:effectLst/>
                <a:uLnTx/>
                <a:uFillTx/>
                <a:latin typeface="+mn-lt"/>
                <a:ea typeface="+mn-ea"/>
                <a:cs typeface="+mn-cs"/>
              </a:rPr>
              <a:t>配置测试</a:t>
            </a:r>
            <a:endParaRPr kumimoji="0" lang="en-US" altLang="zh-CN" sz="2500" b="1"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100000"/>
              </a:lnSpc>
              <a:spcBef>
                <a:spcPct val="20000"/>
              </a:spcBef>
              <a:spcAft>
                <a:spcPct val="0"/>
              </a:spcAft>
              <a:buClr>
                <a:schemeClr val="bg2"/>
              </a:buClr>
              <a:buSzPct val="70000"/>
              <a:buFont typeface="Wingdings" panose="05000000000000000000" pitchFamily="2" charset="2"/>
              <a:buNone/>
              <a:defRPr/>
            </a:pPr>
            <a:r>
              <a:rPr kumimoji="0" lang="zh-CN" altLang="en-US" sz="1800" b="1" i="0" u="none" strike="noStrike" kern="0" cap="none" spc="0" normalizeH="0" baseline="0" noProof="0" dirty="0" smtClean="0">
                <a:ln>
                  <a:noFill/>
                </a:ln>
                <a:solidFill>
                  <a:schemeClr val="tx1"/>
                </a:solidFill>
                <a:effectLst/>
                <a:uLnTx/>
                <a:uFillTx/>
                <a:latin typeface="+mn-lt"/>
                <a:ea typeface="+mn-ea"/>
                <a:cs typeface="+mn-cs"/>
              </a:rPr>
              <a:t>配置测试</a:t>
            </a:r>
            <a:r>
              <a:rPr kumimoji="0" lang="zh-CN" altLang="en-US" sz="1800" b="1" i="0" u="none" strike="noStrike" kern="0" cap="none" spc="0" normalizeH="0" baseline="0" noProof="0" dirty="0" smtClean="0">
                <a:ln>
                  <a:noFill/>
                </a:ln>
                <a:solidFill>
                  <a:srgbClr val="FF0000"/>
                </a:solidFill>
                <a:effectLst/>
                <a:uLnTx/>
                <a:uFillTx/>
                <a:latin typeface="+mn-lt"/>
                <a:ea typeface="+mn-ea"/>
                <a:cs typeface="+mn-cs"/>
              </a:rPr>
              <a:t>核实测试对象在不同的软件和硬件配置中的运行情况</a:t>
            </a:r>
            <a:r>
              <a:rPr kumimoji="0" lang="zh-CN" altLang="en-US" sz="1800" b="1" i="0" u="none" strike="noStrike" kern="0" cap="none" spc="0" normalizeH="0" baseline="0" noProof="0" dirty="0" smtClean="0">
                <a:ln>
                  <a:noFill/>
                </a:ln>
                <a:solidFill>
                  <a:schemeClr val="tx1"/>
                </a:solidFill>
                <a:effectLst/>
                <a:uLnTx/>
                <a:uFillTx/>
                <a:latin typeface="+mn-lt"/>
                <a:ea typeface="+mn-ea"/>
                <a:cs typeface="+mn-cs"/>
              </a:rPr>
              <a:t>。 在大多数生产环境中，客户机工作站、网络连接和数据库服务器的具体硬件规格会有所不同。客户机工作站可能会安装不同的软件</a:t>
            </a:r>
            <a:r>
              <a:rPr kumimoji="0" lang="en-US" altLang="zh-CN" sz="1800" b="1" i="0" u="none" strike="noStrike" kern="0" cap="none" spc="0" normalizeH="0" baseline="0" noProof="0" dirty="0" smtClean="0">
                <a:ln>
                  <a:noFill/>
                </a:ln>
                <a:solidFill>
                  <a:schemeClr val="tx1"/>
                </a:solidFill>
                <a:effectLst/>
                <a:uLnTx/>
                <a:uFillTx/>
                <a:latin typeface="+mn-lt"/>
                <a:ea typeface="+mn-ea"/>
                <a:cs typeface="+mn-cs"/>
              </a:rPr>
              <a:t>——</a:t>
            </a:r>
            <a:r>
              <a:rPr kumimoji="0" lang="zh-CN" altLang="en-US" sz="1800" b="1" i="0" u="none" strike="noStrike" kern="0" cap="none" spc="0" normalizeH="0" baseline="0" noProof="0" dirty="0" smtClean="0">
                <a:ln>
                  <a:noFill/>
                </a:ln>
                <a:solidFill>
                  <a:schemeClr val="tx1"/>
                </a:solidFill>
                <a:effectLst/>
                <a:uLnTx/>
                <a:uFillTx/>
                <a:latin typeface="+mn-lt"/>
                <a:ea typeface="+mn-ea"/>
                <a:cs typeface="+mn-cs"/>
              </a:rPr>
              <a:t>例如，应用程序、驱动程序等</a:t>
            </a:r>
            <a:r>
              <a:rPr kumimoji="0" lang="en-US" altLang="zh-CN" sz="1800" b="1" i="0" u="none" strike="noStrike" kern="0" cap="none" spc="0" normalizeH="0" baseline="0" noProof="0" dirty="0" smtClean="0">
                <a:ln>
                  <a:noFill/>
                </a:ln>
                <a:solidFill>
                  <a:schemeClr val="tx1"/>
                </a:solidFill>
                <a:effectLst/>
                <a:uLnTx/>
                <a:uFillTx/>
                <a:latin typeface="+mn-lt"/>
                <a:ea typeface="+mn-ea"/>
                <a:cs typeface="+mn-cs"/>
              </a:rPr>
              <a:t>——</a:t>
            </a:r>
            <a:r>
              <a:rPr kumimoji="0" lang="zh-CN" altLang="en-US" sz="1800" b="1" i="0" u="none" strike="noStrike" kern="0" cap="none" spc="0" normalizeH="0" baseline="0" noProof="0" dirty="0" smtClean="0">
                <a:ln>
                  <a:noFill/>
                </a:ln>
                <a:solidFill>
                  <a:schemeClr val="tx1"/>
                </a:solidFill>
                <a:effectLst/>
                <a:uLnTx/>
                <a:uFillTx/>
                <a:latin typeface="+mn-lt"/>
                <a:ea typeface="+mn-ea"/>
                <a:cs typeface="+mn-cs"/>
              </a:rPr>
              <a:t>而且在任何时候，都可能运行许多不同的软件组合，从而占用不同的资源。</a:t>
            </a:r>
            <a:endParaRPr kumimoji="0" lang="zh-CN" altLang="en-US" sz="1800" b="1" i="0" u="none" strike="noStrike" kern="0" cap="none" spc="0" normalizeH="0" baseline="0" noProof="0" dirty="0" smtClean="0">
              <a:ln>
                <a:noFill/>
              </a:ln>
              <a:solidFill>
                <a:schemeClr val="tx1"/>
              </a:solidFill>
              <a:effectLst/>
              <a:uLnTx/>
              <a:uFillTx/>
              <a:latin typeface="+mn-lt"/>
              <a:ea typeface="+mn-ea"/>
              <a:cs typeface="+mn-cs"/>
            </a:endParaRPr>
          </a:p>
        </p:txBody>
      </p:sp>
      <p:graphicFrame>
        <p:nvGraphicFramePr>
          <p:cNvPr id="25625" name="Group 25"/>
          <p:cNvGraphicFramePr>
            <a:graphicFrameLocks noGrp="1"/>
          </p:cNvGraphicFramePr>
          <p:nvPr>
            <p:ph sz="half" idx="1"/>
          </p:nvPr>
        </p:nvGraphicFramePr>
        <p:xfrm>
          <a:off x="228600" y="2971800"/>
          <a:ext cx="8763000" cy="3779838"/>
        </p:xfrm>
        <a:graphic>
          <a:graphicData uri="http://schemas.openxmlformats.org/drawingml/2006/table">
            <a:tbl>
              <a:tblPr/>
              <a:tblGrid>
                <a:gridCol w="1143000"/>
                <a:gridCol w="7620000"/>
              </a:tblGrid>
              <a:tr h="304862">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测试目标：</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核实测试对象可在所需的硬件和软件配置中正常运行。</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158474">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技术：</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使用功能测试脚本。</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在测试过程中或在测试开始之前，打开各种与非测试对象相关的软件</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（例如</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Excel</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和</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Word</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），然后将其关闭。</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执行所选的事务，以模拟 </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Actor</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与测试对象软件和非测试对象软件之间的交互。</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重复上述步骤，尽量减少客户机工作站上的常规可用内存。</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18265">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完成标准：</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对于测试对象软件和非测试对象软件的各种组合，所有事务都成功完成，没有出现任何故障。</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158474">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需考虑的特殊事项：</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需要、可以使用并可以通过桌面访问哪种非测试对象软件？</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通常使用的是哪些应用程序？</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应用程序正在运行什么数据？例如，</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在</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Excel</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中</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打开的大型电子表格，</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或是在</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Word</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中</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打开的 </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100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页文档。</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作为此测试的一部分，应将整个系统、</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Netware</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、网络服务器、 数据库等都记录下来。</a:t>
                      </a:r>
                      <a:endPar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灯片编号占位符 6"/>
          <p:cNvSpPr txBox="1">
            <a:spLocks noGrp="1"/>
          </p:cNvSpPr>
          <p:nvPr>
            <p:ph type="sldNum" sz="quarter" idx="12"/>
          </p:nvPr>
        </p:nvSpPr>
        <p:spPr>
          <a:ln/>
        </p:spPr>
        <p:txBody>
          <a:bodyPr/>
          <a:p>
            <a:pPr marL="0" indent="0" algn="ctr" eaLnBrk="1" hangingPunct="1">
              <a:spcBef>
                <a:spcPct val="0"/>
              </a:spcBef>
              <a:buClrTx/>
              <a:buSzTx/>
              <a:buFontTx/>
              <a:buNone/>
            </a:pPr>
            <a:fld id="{9A0DB2DC-4C9A-4742-B13C-FB6460FD3503}" type="slidenum">
              <a:rPr lang="en-US" altLang="zh-CN" sz="1400" b="0" dirty="0"/>
            </a:fld>
            <a:endParaRPr lang="en-US" altLang="zh-CN" sz="1400" b="0" dirty="0"/>
          </a:p>
        </p:txBody>
      </p:sp>
      <p:sp>
        <p:nvSpPr>
          <p:cNvPr id="27651" name="Rectangle 2"/>
          <p:cNvSpPr>
            <a:spLocks noGrp="1"/>
          </p:cNvSpPr>
          <p:nvPr>
            <p:ph type="title"/>
          </p:nvPr>
        </p:nvSpPr>
        <p:spPr>
          <a:ln/>
        </p:spPr>
        <p:txBody>
          <a:bodyPr vert="horz" wrap="square" lIns="91440" tIns="45720" rIns="91440" bIns="45720" anchor="b" anchorCtr="0"/>
          <a:p>
            <a:pPr eaLnBrk="1" hangingPunct="1"/>
            <a:r>
              <a:rPr lang="zh-CN" altLang="en-US" dirty="0"/>
              <a:t>内容</a:t>
            </a:r>
            <a:r>
              <a:rPr lang="en-US" altLang="zh-CN" dirty="0">
                <a:latin typeface="Arial" panose="020B0604020202020204" pitchFamily="34" charset="0"/>
              </a:rPr>
              <a:t>——</a:t>
            </a:r>
            <a:r>
              <a:rPr lang="zh-CN" altLang="en-US" dirty="0"/>
              <a:t>测试策略</a:t>
            </a:r>
            <a:r>
              <a:rPr lang="en-US" altLang="zh-CN" dirty="0">
                <a:latin typeface="Arial" panose="020B0604020202020204" pitchFamily="34" charset="0"/>
              </a:rPr>
              <a:t>——</a:t>
            </a:r>
            <a:r>
              <a:rPr lang="en-US" altLang="zh-CN" dirty="0"/>
              <a:t>3.1 </a:t>
            </a:r>
            <a:r>
              <a:rPr lang="zh-CN" altLang="en-US" dirty="0"/>
              <a:t>测试类型</a:t>
            </a:r>
            <a:endParaRPr lang="zh-CN" altLang="en-US" dirty="0"/>
          </a:p>
        </p:txBody>
      </p:sp>
      <p:sp>
        <p:nvSpPr>
          <p:cNvPr id="27652" name="Rectangle 3"/>
          <p:cNvSpPr>
            <a:spLocks noGrp="1" noChangeArrowheads="1"/>
          </p:cNvSpPr>
          <p:nvPr>
            <p:ph type="body" sz="half" idx="1"/>
          </p:nvPr>
        </p:nvSpPr>
        <p:spPr>
          <a:xfrm>
            <a:off x="457200" y="1295400"/>
            <a:ext cx="8382000" cy="1600200"/>
          </a:xfrm>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
                <a:schemeClr val="bg2"/>
              </a:buClr>
              <a:buSzPct val="70000"/>
              <a:buFont typeface="Wingdings" panose="05000000000000000000" pitchFamily="2" charset="2"/>
              <a:buChar char="l"/>
              <a:defRPr/>
            </a:pPr>
            <a:r>
              <a:rPr kumimoji="0" lang="en-US" altLang="zh-CN" sz="2500" b="1" i="0" u="none" strike="noStrike" kern="0" cap="none" spc="0" normalizeH="0" baseline="0" noProof="0" dirty="0" smtClean="0">
                <a:ln>
                  <a:noFill/>
                </a:ln>
                <a:solidFill>
                  <a:schemeClr val="tx1"/>
                </a:solidFill>
                <a:effectLst/>
                <a:uLnTx/>
                <a:uFillTx/>
                <a:latin typeface="+mn-lt"/>
                <a:ea typeface="+mn-ea"/>
                <a:cs typeface="+mn-cs"/>
              </a:rPr>
              <a:t>3.1.12     </a:t>
            </a:r>
            <a:r>
              <a:rPr kumimoji="0" lang="zh-CN" altLang="en-US" sz="2500" b="1" i="0" u="none" strike="noStrike" kern="0" cap="none" spc="0" normalizeH="0" baseline="0" noProof="0" dirty="0" smtClean="0">
                <a:ln>
                  <a:noFill/>
                </a:ln>
                <a:solidFill>
                  <a:schemeClr val="tx1"/>
                </a:solidFill>
                <a:effectLst/>
                <a:uLnTx/>
                <a:uFillTx/>
                <a:latin typeface="+mn-lt"/>
                <a:ea typeface="+mn-ea"/>
                <a:cs typeface="+mn-cs"/>
              </a:rPr>
              <a:t>安装测试</a:t>
            </a:r>
            <a:endParaRPr kumimoji="0" lang="en-US" altLang="zh-CN" sz="2500" b="1"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bg2"/>
              </a:buClr>
              <a:buSzPct val="70000"/>
              <a:buFont typeface="Wingdings" panose="05000000000000000000" pitchFamily="2" charset="2"/>
              <a:buNone/>
              <a:defRPr/>
            </a:pPr>
            <a:r>
              <a:rPr kumimoji="0" lang="zh-CN" altLang="en-US" sz="1800" b="1" i="0" u="none" strike="noStrike" kern="0" cap="none" spc="0" normalizeH="0" baseline="0" noProof="0" dirty="0" smtClean="0">
                <a:ln>
                  <a:noFill/>
                </a:ln>
                <a:solidFill>
                  <a:schemeClr val="tx1"/>
                </a:solidFill>
                <a:effectLst/>
                <a:uLnTx/>
                <a:uFillTx/>
                <a:latin typeface="+mn-lt"/>
                <a:ea typeface="+mn-ea"/>
                <a:cs typeface="+mn-cs"/>
              </a:rPr>
              <a:t>安装测试有两个目的。</a:t>
            </a:r>
            <a:r>
              <a:rPr kumimoji="0" lang="zh-CN" altLang="en-US" sz="1800" b="1" i="0" u="none" strike="noStrike" kern="0" cap="none" spc="0" normalizeH="0" baseline="0" noProof="0" dirty="0" smtClean="0">
                <a:ln>
                  <a:noFill/>
                </a:ln>
                <a:solidFill>
                  <a:srgbClr val="FF0000"/>
                </a:solidFill>
                <a:effectLst/>
                <a:uLnTx/>
                <a:uFillTx/>
                <a:latin typeface="+mn-lt"/>
                <a:ea typeface="+mn-ea"/>
                <a:cs typeface="+mn-cs"/>
              </a:rPr>
              <a:t>第一个目的是确保该软件在正常情况和异常情况的不同条件下</a:t>
            </a:r>
            <a:r>
              <a:rPr kumimoji="0" lang="en-US" altLang="zh-CN" sz="1800" b="1" i="0" u="none" strike="noStrike" kern="0" cap="none" spc="0" normalizeH="0" baseline="0" noProof="0" dirty="0" smtClean="0">
                <a:ln>
                  <a:noFill/>
                </a:ln>
                <a:solidFill>
                  <a:schemeClr val="tx1"/>
                </a:solidFill>
                <a:effectLst/>
                <a:uLnTx/>
                <a:uFillTx/>
                <a:latin typeface="+mn-lt"/>
                <a:ea typeface="+mn-ea"/>
                <a:cs typeface="+mn-cs"/>
              </a:rPr>
              <a:t>——</a:t>
            </a:r>
            <a:r>
              <a:rPr kumimoji="0" lang="zh-CN" altLang="en-US" sz="1800" b="1" i="0" u="none" strike="noStrike" kern="0" cap="none" spc="0" normalizeH="0" baseline="0" noProof="0" dirty="0" smtClean="0">
                <a:ln>
                  <a:noFill/>
                </a:ln>
                <a:solidFill>
                  <a:schemeClr val="tx1"/>
                </a:solidFill>
                <a:effectLst/>
                <a:uLnTx/>
                <a:uFillTx/>
                <a:latin typeface="+mn-lt"/>
                <a:ea typeface="+mn-ea"/>
                <a:cs typeface="+mn-cs"/>
              </a:rPr>
              <a:t>例如，进行首次安装、升级、完整的或自定义的安装</a:t>
            </a:r>
            <a:r>
              <a:rPr kumimoji="0" lang="en-US" altLang="zh-CN" sz="1800" b="1" i="0" u="none" strike="noStrike" kern="0" cap="none" spc="0" normalizeH="0" baseline="0" noProof="0" dirty="0" smtClean="0">
                <a:ln>
                  <a:noFill/>
                </a:ln>
                <a:solidFill>
                  <a:schemeClr val="tx1"/>
                </a:solidFill>
                <a:effectLst/>
                <a:uLnTx/>
                <a:uFillTx/>
                <a:latin typeface="+mn-lt"/>
                <a:ea typeface="+mn-ea"/>
                <a:cs typeface="+mn-cs"/>
              </a:rPr>
              <a:t>——</a:t>
            </a:r>
            <a:r>
              <a:rPr kumimoji="0" lang="zh-CN" altLang="en-US" sz="1800" b="1" i="0" u="none" strike="noStrike" kern="0" cap="none" spc="0" normalizeH="0" baseline="0" noProof="0" dirty="0" smtClean="0">
                <a:ln>
                  <a:noFill/>
                </a:ln>
                <a:solidFill>
                  <a:srgbClr val="FF0000"/>
                </a:solidFill>
                <a:effectLst/>
                <a:uLnTx/>
                <a:uFillTx/>
                <a:latin typeface="+mn-lt"/>
                <a:ea typeface="+mn-ea"/>
                <a:cs typeface="+mn-cs"/>
              </a:rPr>
              <a:t>都能进行安装</a:t>
            </a:r>
            <a:r>
              <a:rPr kumimoji="0" lang="zh-CN" altLang="en-US" sz="1800" b="1" i="0" u="none" strike="noStrike" kern="0" cap="none" spc="0" normalizeH="0" baseline="0" noProof="0" dirty="0" smtClean="0">
                <a:ln>
                  <a:noFill/>
                </a:ln>
                <a:solidFill>
                  <a:schemeClr val="tx1"/>
                </a:solidFill>
                <a:effectLst/>
                <a:uLnTx/>
                <a:uFillTx/>
                <a:latin typeface="+mn-lt"/>
                <a:ea typeface="+mn-ea"/>
                <a:cs typeface="+mn-cs"/>
              </a:rPr>
              <a:t>。异常情况包括磁盘空间不足、缺少目录创建权限等。</a:t>
            </a:r>
            <a:r>
              <a:rPr kumimoji="0" lang="zh-CN" altLang="en-US" sz="1800" b="1" i="0" u="none" strike="noStrike" kern="0" cap="none" spc="0" normalizeH="0" baseline="0" noProof="0" dirty="0" smtClean="0">
                <a:ln>
                  <a:noFill/>
                </a:ln>
                <a:solidFill>
                  <a:srgbClr val="FF0000"/>
                </a:solidFill>
                <a:effectLst/>
                <a:uLnTx/>
                <a:uFillTx/>
                <a:latin typeface="+mn-lt"/>
                <a:ea typeface="+mn-ea"/>
                <a:cs typeface="+mn-cs"/>
              </a:rPr>
              <a:t>第二个目的是核实软件在安装后可立即正常运行</a:t>
            </a:r>
            <a:r>
              <a:rPr kumimoji="0" lang="zh-CN" altLang="en-US" sz="1800" b="1" i="0" u="none" strike="noStrike" kern="0" cap="none" spc="0" normalizeH="0" baseline="0" noProof="0" dirty="0" smtClean="0">
                <a:ln>
                  <a:noFill/>
                </a:ln>
                <a:solidFill>
                  <a:schemeClr val="tx1"/>
                </a:solidFill>
                <a:effectLst/>
                <a:uLnTx/>
                <a:uFillTx/>
                <a:latin typeface="+mn-lt"/>
                <a:ea typeface="+mn-ea"/>
                <a:cs typeface="+mn-cs"/>
              </a:rPr>
              <a:t>。这通常是指运行大量为功能测试制定的测试。</a:t>
            </a:r>
            <a:endParaRPr kumimoji="0" lang="zh-CN" altLang="en-US" sz="1800" b="1" i="0" u="none" strike="noStrike" kern="0" cap="none" spc="0" normalizeH="0" baseline="0" noProof="0" dirty="0" smtClean="0">
              <a:ln>
                <a:noFill/>
              </a:ln>
              <a:solidFill>
                <a:schemeClr val="tx1"/>
              </a:solidFill>
              <a:effectLst/>
              <a:uLnTx/>
              <a:uFillTx/>
              <a:latin typeface="+mn-lt"/>
              <a:ea typeface="+mn-ea"/>
              <a:cs typeface="+mn-cs"/>
            </a:endParaRPr>
          </a:p>
        </p:txBody>
      </p:sp>
      <p:graphicFrame>
        <p:nvGraphicFramePr>
          <p:cNvPr id="26647" name="Group 23"/>
          <p:cNvGraphicFramePr>
            <a:graphicFrameLocks noGrp="1"/>
          </p:cNvGraphicFramePr>
          <p:nvPr>
            <p:ph sz="half" idx="1"/>
          </p:nvPr>
        </p:nvGraphicFramePr>
        <p:xfrm>
          <a:off x="457200" y="2895600"/>
          <a:ext cx="8305800" cy="3048000"/>
        </p:xfrm>
        <a:graphic>
          <a:graphicData uri="http://schemas.openxmlformats.org/drawingml/2006/table">
            <a:tbl>
              <a:tblPr/>
              <a:tblGrid>
                <a:gridCol w="1295400"/>
                <a:gridCol w="7010400"/>
              </a:tblGrid>
              <a:tr h="1066799">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测试目标：</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01" marB="45701"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核实在以下情况下，测试对象可正确地安装到各种所需的硬件配置中：</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首次安装。以前从未安装过 </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&lt;</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项目名称</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&gt;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的新计算机</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更新。以前安装过相同版本的 </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&lt;</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项目名称</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&gt;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的计算机</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更新。以前安装过 </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&lt;</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项目名称</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&gt;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的较早版本的计算机</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01" marB="45701"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36117">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技术：</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1" marB="45701"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手工开发脚本或开发自动脚本，以验证目标计算机的状况</a:t>
                      </a: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首次安装 </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&lt;</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项目名称</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&gt;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从未安装过；</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&lt;</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项目名称</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&gt;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安装过相同或较早的版本）。</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启动或执行安装。</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使用预先确定的功能测试脚本子集来</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运行事务</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01" marB="45701"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4717">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完成标准：</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1" marB="45701"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&lt;</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项目名称</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&gt;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事务成功执行，没有出现任何故障。</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01" marB="45701"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18031">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需考虑的特殊事项：</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1" marB="45701"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应该选择 </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&lt;</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项目名称</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&gt;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的哪些事务才能准确地测试出 </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&lt;</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项目名称</a:t>
                      </a:r>
                      <a:r>
                        <a:rPr kumimoji="0" lang="en-US" altLang="zh-CN"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&gt; </a:t>
                      </a:r>
                      <a:r>
                        <a:rPr kumimoji="0" lang="zh-CN" altLang="en-US" sz="16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应用程序已经成功安装，而且没有遗漏主要的软件构件？</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01" marB="45701"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灯片编号占位符 6"/>
          <p:cNvSpPr txBox="1">
            <a:spLocks noGrp="1"/>
          </p:cNvSpPr>
          <p:nvPr>
            <p:ph type="sldNum" sz="quarter" idx="12"/>
          </p:nvPr>
        </p:nvSpPr>
        <p:spPr>
          <a:ln/>
        </p:spPr>
        <p:txBody>
          <a:bodyPr/>
          <a:p>
            <a:pPr marL="0" indent="0" algn="ctr" eaLnBrk="1" hangingPunct="1">
              <a:spcBef>
                <a:spcPct val="0"/>
              </a:spcBef>
              <a:buClrTx/>
              <a:buSzTx/>
              <a:buFontTx/>
              <a:buNone/>
            </a:pPr>
            <a:fld id="{9A0DB2DC-4C9A-4742-B13C-FB6460FD3503}" type="slidenum">
              <a:rPr lang="en-US" altLang="zh-CN" sz="1400" b="0" dirty="0"/>
            </a:fld>
            <a:endParaRPr lang="en-US" altLang="zh-CN" sz="1400" b="0" dirty="0"/>
          </a:p>
        </p:txBody>
      </p:sp>
      <p:sp>
        <p:nvSpPr>
          <p:cNvPr id="28675" name="Rectangle 2"/>
          <p:cNvSpPr>
            <a:spLocks noGrp="1"/>
          </p:cNvSpPr>
          <p:nvPr>
            <p:ph type="title"/>
          </p:nvPr>
        </p:nvSpPr>
        <p:spPr>
          <a:ln/>
        </p:spPr>
        <p:txBody>
          <a:bodyPr vert="horz" wrap="square" lIns="91440" tIns="45720" rIns="91440" bIns="45720" anchor="b" anchorCtr="0"/>
          <a:p>
            <a:pPr eaLnBrk="1" hangingPunct="1"/>
            <a:r>
              <a:rPr lang="zh-CN" altLang="en-US" dirty="0"/>
              <a:t>内容</a:t>
            </a:r>
            <a:r>
              <a:rPr lang="en-US" altLang="zh-CN" dirty="0">
                <a:latin typeface="Arial" panose="020B0604020202020204" pitchFamily="34" charset="0"/>
              </a:rPr>
              <a:t>——</a:t>
            </a:r>
            <a:r>
              <a:rPr lang="zh-CN" altLang="en-US" dirty="0"/>
              <a:t>测试策略</a:t>
            </a:r>
            <a:r>
              <a:rPr lang="en-US" altLang="zh-CN" dirty="0">
                <a:latin typeface="Arial" panose="020B0604020202020204" pitchFamily="34" charset="0"/>
              </a:rPr>
              <a:t>——</a:t>
            </a:r>
            <a:r>
              <a:rPr lang="en-US" altLang="zh-CN" dirty="0"/>
              <a:t>3.2</a:t>
            </a:r>
            <a:r>
              <a:rPr lang="en-US" altLang="zh-CN" dirty="0">
                <a:latin typeface="Arial" panose="020B0604020202020204" pitchFamily="34" charset="0"/>
              </a:rPr>
              <a:t> </a:t>
            </a:r>
            <a:r>
              <a:rPr lang="zh-CN" altLang="en-US" dirty="0"/>
              <a:t>工具 </a:t>
            </a:r>
            <a:endParaRPr lang="zh-CN" altLang="en-US" dirty="0"/>
          </a:p>
        </p:txBody>
      </p:sp>
      <p:sp>
        <p:nvSpPr>
          <p:cNvPr id="28676" name="Rectangle 4"/>
          <p:cNvSpPr>
            <a:spLocks noGrp="1"/>
          </p:cNvSpPr>
          <p:nvPr>
            <p:ph type="body" sz="half" idx="1"/>
          </p:nvPr>
        </p:nvSpPr>
        <p:spPr>
          <a:xfrm>
            <a:off x="762000" y="1295400"/>
            <a:ext cx="7696200" cy="1143000"/>
          </a:xfrm>
          <a:ln/>
        </p:spPr>
        <p:txBody>
          <a:bodyPr vert="horz" wrap="square" lIns="91440" tIns="45720" rIns="91440" bIns="45720" anchor="t" anchorCtr="0"/>
          <a:p>
            <a:pPr eaLnBrk="1" hangingPunct="1">
              <a:buClr>
                <a:schemeClr val="bg2"/>
              </a:buClr>
              <a:buSzPct val="70000"/>
              <a:buFont typeface="Wingdings" panose="05000000000000000000" pitchFamily="2" charset="2"/>
            </a:pPr>
            <a:r>
              <a:rPr lang="zh-CN" altLang="en-US" sz="2700" dirty="0"/>
              <a:t>此项目将使用以下工具：</a:t>
            </a:r>
            <a:endParaRPr lang="zh-CN" altLang="en-US" sz="2700" dirty="0"/>
          </a:p>
          <a:p>
            <a:pPr lvl="1" eaLnBrk="1" hangingPunct="1">
              <a:buClr>
                <a:schemeClr val="tx1"/>
              </a:buClr>
              <a:buSzPct val="70000"/>
              <a:buFont typeface="Wingdings" panose="05000000000000000000" pitchFamily="2" charset="2"/>
            </a:pPr>
            <a:r>
              <a:rPr lang="zh-CN" altLang="en-US" sz="2200" dirty="0"/>
              <a:t>注： 可适当地删除或添加工具项。</a:t>
            </a:r>
            <a:endParaRPr lang="zh-CN" altLang="en-US" sz="2200" dirty="0"/>
          </a:p>
        </p:txBody>
      </p:sp>
      <p:graphicFrame>
        <p:nvGraphicFramePr>
          <p:cNvPr id="347308" name="Group 172"/>
          <p:cNvGraphicFramePr>
            <a:graphicFrameLocks noGrp="1"/>
          </p:cNvGraphicFramePr>
          <p:nvPr>
            <p:ph sz="half" idx="1"/>
          </p:nvPr>
        </p:nvGraphicFramePr>
        <p:xfrm>
          <a:off x="533400" y="2514600"/>
          <a:ext cx="8229600" cy="2928938"/>
        </p:xfrm>
        <a:graphic>
          <a:graphicData uri="http://schemas.openxmlformats.org/drawingml/2006/table">
            <a:tbl>
              <a:tblPr/>
              <a:tblGrid>
                <a:gridCol w="3352800"/>
                <a:gridCol w="2438400"/>
                <a:gridCol w="1655763"/>
                <a:gridCol w="782637"/>
              </a:tblGrid>
              <a:tr h="365760">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GB"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工具</a:t>
                      </a:r>
                      <a:endParaRPr kumimoji="0" lang="zh-CN" altLang="en-GB"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GB"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产商</a:t>
                      </a:r>
                      <a:r>
                        <a:rPr kumimoji="0" lang="en-GB"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GB"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自产</a:t>
                      </a:r>
                      <a:endParaRPr kumimoji="0" lang="zh-CN" altLang="en-GB"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GB"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版本</a:t>
                      </a:r>
                      <a:endParaRPr kumimoji="0" lang="zh-CN" altLang="en-GB"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r h="366713">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测试管理</a:t>
                      </a:r>
                      <a:endParaRPr kumimoji="0" lang="zh-CN" altLang="en-GB"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RequisitePro  </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Rational  </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760">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缺陷跟踪</a:t>
                      </a:r>
                      <a:endParaRPr kumimoji="0" lang="zh-CN" altLang="en-GB"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ClearQuest  </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Rational  </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6713">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用于功能性测试的 </a:t>
                      </a:r>
                      <a:r>
                        <a:rPr kumimoji="0" lang="en-GB"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ASQ </a:t>
                      </a:r>
                      <a:r>
                        <a:rPr kumimoji="0" lang="zh-CN" altLang="en-GB"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工具</a:t>
                      </a:r>
                      <a:endParaRPr kumimoji="0" lang="zh-CN" altLang="en-GB"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Rational Robot </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Rational  </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760">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用于性能测试的 </a:t>
                      </a:r>
                      <a:r>
                        <a:rPr kumimoji="0" lang="en-GB"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ASQ </a:t>
                      </a:r>
                      <a:r>
                        <a:rPr kumimoji="0" lang="zh-CN" altLang="en-GB"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工具</a:t>
                      </a:r>
                      <a:endParaRPr kumimoji="0" lang="zh-CN" altLang="en-GB"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Visual Quantify  </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Rational  </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760">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测试覆盖监测器或评测器</a:t>
                      </a:r>
                      <a:endParaRPr kumimoji="0" lang="zh-CN" altLang="en-GB"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Visual Pure Coverage</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Rational  </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6713">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项目管理</a:t>
                      </a:r>
                      <a:endParaRPr kumimoji="0" lang="zh-CN" altLang="en-GB"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Project Word Excel </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microsoft</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760">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GB"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DBMS </a:t>
                      </a:r>
                      <a:r>
                        <a:rPr kumimoji="0" lang="zh-CN" altLang="en-GB"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工具</a:t>
                      </a:r>
                      <a:endParaRPr kumimoji="0" lang="zh-CN" altLang="en-GB"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灯片编号占位符 6"/>
          <p:cNvSpPr txBox="1">
            <a:spLocks noGrp="1"/>
          </p:cNvSpPr>
          <p:nvPr>
            <p:ph type="sldNum" sz="quarter" idx="12"/>
          </p:nvPr>
        </p:nvSpPr>
        <p:spPr>
          <a:ln/>
        </p:spPr>
        <p:txBody>
          <a:bodyPr/>
          <a:p>
            <a:pPr marL="0" indent="0" algn="ctr" eaLnBrk="1" hangingPunct="1">
              <a:spcBef>
                <a:spcPct val="0"/>
              </a:spcBef>
              <a:buClrTx/>
              <a:buSzTx/>
              <a:buFontTx/>
              <a:buNone/>
            </a:pPr>
            <a:fld id="{9A0DB2DC-4C9A-4742-B13C-FB6460FD3503}" type="slidenum">
              <a:rPr lang="en-US" altLang="zh-CN" sz="1400" b="0" dirty="0"/>
            </a:fld>
            <a:endParaRPr lang="en-US" altLang="zh-CN" sz="1400" b="0" dirty="0"/>
          </a:p>
        </p:txBody>
      </p:sp>
      <p:sp>
        <p:nvSpPr>
          <p:cNvPr id="29699" name="Rectangle 2"/>
          <p:cNvSpPr>
            <a:spLocks noGrp="1"/>
          </p:cNvSpPr>
          <p:nvPr>
            <p:ph type="title"/>
          </p:nvPr>
        </p:nvSpPr>
        <p:spPr>
          <a:ln/>
        </p:spPr>
        <p:txBody>
          <a:bodyPr vert="horz" wrap="square" lIns="91440" tIns="45720" rIns="91440" bIns="45720" anchor="b" anchorCtr="0"/>
          <a:p>
            <a:pPr eaLnBrk="1" hangingPunct="1"/>
            <a:r>
              <a:rPr lang="zh-CN" altLang="en-US" dirty="0"/>
              <a:t>内容</a:t>
            </a:r>
            <a:r>
              <a:rPr lang="en-US" altLang="zh-CN" dirty="0">
                <a:latin typeface="Arial" panose="020B0604020202020204" pitchFamily="34" charset="0"/>
              </a:rPr>
              <a:t>——</a:t>
            </a:r>
            <a:r>
              <a:rPr lang="zh-CN" altLang="en-US" dirty="0"/>
              <a:t>资源（</a:t>
            </a:r>
            <a:r>
              <a:rPr lang="en-US" altLang="zh-CN" dirty="0"/>
              <a:t>Ⅰ</a:t>
            </a:r>
            <a:r>
              <a:rPr lang="zh-CN" altLang="en-US" dirty="0"/>
              <a:t>）</a:t>
            </a:r>
            <a:endParaRPr lang="zh-CN" altLang="en-US" dirty="0"/>
          </a:p>
        </p:txBody>
      </p:sp>
      <p:sp>
        <p:nvSpPr>
          <p:cNvPr id="29700" name="Rectangle 3"/>
          <p:cNvSpPr>
            <a:spLocks noGrp="1"/>
          </p:cNvSpPr>
          <p:nvPr>
            <p:ph type="body" sz="half" idx="1"/>
          </p:nvPr>
        </p:nvSpPr>
        <p:spPr>
          <a:xfrm>
            <a:off x="762000" y="1295400"/>
            <a:ext cx="7696200" cy="1066800"/>
          </a:xfrm>
          <a:ln/>
        </p:spPr>
        <p:txBody>
          <a:bodyPr vert="horz" wrap="square" lIns="91440" tIns="45720" rIns="91440" bIns="45720" anchor="t" anchorCtr="0"/>
          <a:p>
            <a:pPr eaLnBrk="1" hangingPunct="1">
              <a:lnSpc>
                <a:spcPct val="80000"/>
              </a:lnSpc>
              <a:buClr>
                <a:schemeClr val="bg2"/>
              </a:buClr>
              <a:buSzPct val="70000"/>
              <a:buFont typeface="Wingdings" panose="05000000000000000000" pitchFamily="2" charset="2"/>
            </a:pPr>
            <a:r>
              <a:rPr lang="en-US" altLang="zh-CN" sz="2500" dirty="0"/>
              <a:t>4.1 </a:t>
            </a:r>
            <a:r>
              <a:rPr lang="zh-CN" altLang="en-US" sz="2500" dirty="0"/>
              <a:t>角色</a:t>
            </a:r>
            <a:endParaRPr lang="zh-CN" altLang="en-US" sz="2500" dirty="0"/>
          </a:p>
          <a:p>
            <a:pPr lvl="1" eaLnBrk="1" hangingPunct="1">
              <a:lnSpc>
                <a:spcPct val="80000"/>
              </a:lnSpc>
              <a:buClr>
                <a:schemeClr val="tx1"/>
              </a:buClr>
              <a:buSzPct val="70000"/>
              <a:buFont typeface="Wingdings" panose="05000000000000000000" pitchFamily="2" charset="2"/>
            </a:pPr>
            <a:r>
              <a:rPr lang="zh-CN" altLang="en-US" sz="2000" dirty="0"/>
              <a:t>下表列出了在此项目的人员配备方面所作的各种假定。</a:t>
            </a:r>
            <a:endParaRPr lang="zh-CN" altLang="en-US" sz="2000" dirty="0"/>
          </a:p>
          <a:p>
            <a:pPr lvl="1" eaLnBrk="1" hangingPunct="1">
              <a:lnSpc>
                <a:spcPct val="80000"/>
              </a:lnSpc>
              <a:buClr>
                <a:schemeClr val="tx1"/>
              </a:buClr>
              <a:buSzPct val="70000"/>
              <a:buFont typeface="Wingdings" panose="05000000000000000000" pitchFamily="2" charset="2"/>
            </a:pPr>
            <a:r>
              <a:rPr lang="en-US" altLang="zh-CN" sz="2000" dirty="0"/>
              <a:t>[</a:t>
            </a:r>
            <a:r>
              <a:rPr lang="zh-CN" altLang="en-US" sz="2000" dirty="0"/>
              <a:t>注： 可适当地删除或添加角色项。</a:t>
            </a:r>
            <a:r>
              <a:rPr lang="en-US" altLang="zh-CN" sz="2000" dirty="0"/>
              <a:t>] </a:t>
            </a:r>
            <a:endParaRPr lang="en-US" altLang="zh-CN" sz="2000" dirty="0"/>
          </a:p>
        </p:txBody>
      </p:sp>
      <p:graphicFrame>
        <p:nvGraphicFramePr>
          <p:cNvPr id="351377" name="Group 145"/>
          <p:cNvGraphicFramePr>
            <a:graphicFrameLocks noGrp="1"/>
          </p:cNvGraphicFramePr>
          <p:nvPr>
            <p:ph sz="half" idx="1"/>
          </p:nvPr>
        </p:nvGraphicFramePr>
        <p:xfrm>
          <a:off x="609600" y="2362200"/>
          <a:ext cx="8001000" cy="4297363"/>
        </p:xfrm>
        <a:graphic>
          <a:graphicData uri="http://schemas.openxmlformats.org/drawingml/2006/table">
            <a:tbl>
              <a:tblPr/>
              <a:tblGrid>
                <a:gridCol w="1663700"/>
                <a:gridCol w="1663700"/>
                <a:gridCol w="4673600"/>
              </a:tblGrid>
              <a:tr h="304766">
                <a:tc gridSpan="3">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人力资源</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hMerge="1">
                  <a:tcPr/>
                </a:tc>
                <a:tc hMerge="1">
                  <a:tcPr/>
                </a:tc>
              </a:tr>
              <a:tr h="73146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角色</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所推荐的最少资源</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（所分配的专职角色数量）</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具体职责或注释</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r>
              <a:tr h="944812">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测试经理，</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测试项目经理</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进行管理监督。职责：</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GB"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提供技术指导</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GB"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获取适当的资源</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GB"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提供管理报告</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158161">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测试设计员</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endPar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确定测试用例、确定测试用例的优先级并实施测试用例。职责：</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GB"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生成测试计划</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GB"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生成测试模型</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GB"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评估测试工作的有效性</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158161">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测试员</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执行测试。职责：</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GB"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执行测试</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GB"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记录结果</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GB"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从错误中恢复</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GB"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记录变更请求</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灯片编号占位符 6"/>
          <p:cNvSpPr txBox="1">
            <a:spLocks noGrp="1"/>
          </p:cNvSpPr>
          <p:nvPr>
            <p:ph type="sldNum" sz="quarter" idx="12"/>
          </p:nvPr>
        </p:nvSpPr>
        <p:spPr>
          <a:ln/>
        </p:spPr>
        <p:txBody>
          <a:bodyPr/>
          <a:p>
            <a:pPr marL="0" indent="0" algn="ctr" eaLnBrk="1" hangingPunct="1">
              <a:spcBef>
                <a:spcPct val="0"/>
              </a:spcBef>
              <a:buClrTx/>
              <a:buSzTx/>
              <a:buFontTx/>
              <a:buNone/>
            </a:pPr>
            <a:fld id="{9A0DB2DC-4C9A-4742-B13C-FB6460FD3503}" type="slidenum">
              <a:rPr lang="en-US" altLang="zh-CN" sz="1400" b="0" dirty="0"/>
            </a:fld>
            <a:endParaRPr lang="en-US" altLang="zh-CN" sz="1400" b="0" dirty="0"/>
          </a:p>
        </p:txBody>
      </p:sp>
      <p:sp>
        <p:nvSpPr>
          <p:cNvPr id="30723" name="Rectangle 2"/>
          <p:cNvSpPr>
            <a:spLocks noGrp="1"/>
          </p:cNvSpPr>
          <p:nvPr>
            <p:ph type="title"/>
          </p:nvPr>
        </p:nvSpPr>
        <p:spPr>
          <a:ln/>
        </p:spPr>
        <p:txBody>
          <a:bodyPr vert="horz" wrap="square" lIns="91440" tIns="45720" rIns="91440" bIns="45720" anchor="b" anchorCtr="0"/>
          <a:p>
            <a:pPr eaLnBrk="1" hangingPunct="1"/>
            <a:r>
              <a:rPr lang="zh-CN" altLang="en-US" dirty="0"/>
              <a:t>内容</a:t>
            </a:r>
            <a:r>
              <a:rPr lang="en-US" altLang="zh-CN" dirty="0">
                <a:latin typeface="Arial" panose="020B0604020202020204" pitchFamily="34" charset="0"/>
              </a:rPr>
              <a:t>——</a:t>
            </a:r>
            <a:r>
              <a:rPr lang="zh-CN" altLang="en-US" dirty="0"/>
              <a:t>资源（</a:t>
            </a:r>
            <a:r>
              <a:rPr lang="en-US" altLang="zh-CN" dirty="0"/>
              <a:t>Ⅱ</a:t>
            </a:r>
            <a:r>
              <a:rPr lang="zh-CN" altLang="en-US" dirty="0"/>
              <a:t>）</a:t>
            </a:r>
            <a:endParaRPr lang="zh-CN" altLang="en-US" dirty="0"/>
          </a:p>
        </p:txBody>
      </p:sp>
      <p:sp>
        <p:nvSpPr>
          <p:cNvPr id="30724" name="Rectangle 3"/>
          <p:cNvSpPr>
            <a:spLocks noGrp="1"/>
          </p:cNvSpPr>
          <p:nvPr>
            <p:ph type="body" sz="half" idx="1"/>
          </p:nvPr>
        </p:nvSpPr>
        <p:spPr>
          <a:xfrm>
            <a:off x="762000" y="1295400"/>
            <a:ext cx="7696200" cy="609600"/>
          </a:xfrm>
          <a:ln/>
        </p:spPr>
        <p:txBody>
          <a:bodyPr vert="horz" wrap="square" lIns="91440" tIns="45720" rIns="91440" bIns="45720" anchor="t" anchorCtr="0"/>
          <a:p>
            <a:pPr eaLnBrk="1" hangingPunct="1">
              <a:lnSpc>
                <a:spcPct val="80000"/>
              </a:lnSpc>
              <a:buClr>
                <a:schemeClr val="bg2"/>
              </a:buClr>
              <a:buSzPct val="70000"/>
              <a:buFont typeface="Wingdings" panose="05000000000000000000" pitchFamily="2" charset="2"/>
            </a:pPr>
            <a:r>
              <a:rPr lang="en-US" altLang="zh-CN" sz="2500" dirty="0"/>
              <a:t>4.1 </a:t>
            </a:r>
            <a:r>
              <a:rPr lang="zh-CN" altLang="en-US" sz="2500" dirty="0"/>
              <a:t>角色</a:t>
            </a:r>
            <a:endParaRPr lang="zh-CN" altLang="en-US" sz="2500" dirty="0"/>
          </a:p>
        </p:txBody>
      </p:sp>
      <p:graphicFrame>
        <p:nvGraphicFramePr>
          <p:cNvPr id="377903" name="Group 47"/>
          <p:cNvGraphicFramePr>
            <a:graphicFrameLocks noGrp="1"/>
          </p:cNvGraphicFramePr>
          <p:nvPr>
            <p:ph sz="half" idx="1"/>
          </p:nvPr>
        </p:nvGraphicFramePr>
        <p:xfrm>
          <a:off x="609600" y="2209800"/>
          <a:ext cx="8001000" cy="3749675"/>
        </p:xfrm>
        <a:graphic>
          <a:graphicData uri="http://schemas.openxmlformats.org/drawingml/2006/table">
            <a:tbl>
              <a:tblPr/>
              <a:tblGrid>
                <a:gridCol w="1663700"/>
                <a:gridCol w="1663700"/>
                <a:gridCol w="4673600"/>
              </a:tblGrid>
              <a:tr h="304852">
                <a:tc gridSpan="3">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人力资源</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hMerge="1">
                  <a:tcPr/>
                </a:tc>
                <a:tc hMerge="1">
                  <a:tcPr/>
                </a:tc>
              </a:tr>
              <a:tr h="731644">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角色</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所推荐的最少资源</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（所分配的专职角色数量）</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具体职责或注释</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r>
              <a:tr h="731644">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测试系统管理员</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确保测试环境和资产得到管理和维护。职责：</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GB"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管理测试系统</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GB"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分配和管理角色对测试系统的访问权</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31644">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数据库管理员</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确保测试数据（数据库）环境和资产得到管理和维护。职责：</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GB"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管理测试数据（数据库）</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31644">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设计员</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确定并定义测试类的操作、属性和关联。职责：</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GB"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确定并定义测试类</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GB"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确定并定义测试包</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18248">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实施员</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实施测试类和测试包，并对它们进行单元测试。职责：</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Symbol" panose="05050102010706020507" pitchFamily="18" charset="2"/>
                          <a:ea typeface="宋体" panose="02010600030101010101" pitchFamily="2" charset="-122"/>
                          <a:cs typeface="Times New Roman" panose="02020603050405020304" pitchFamily="18" charset="0"/>
                        </a:rPr>
                        <a:t>-</a:t>
                      </a:r>
                      <a:r>
                        <a:rPr kumimoji="0" lang="en-GB" altLang="zh-CN" sz="1400" b="1"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        </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创建在测试模型中实施的测试类和测试包</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灯片编号占位符 6"/>
          <p:cNvSpPr txBox="1">
            <a:spLocks noGrp="1"/>
          </p:cNvSpPr>
          <p:nvPr>
            <p:ph type="sldNum" sz="quarter" idx="12"/>
          </p:nvPr>
        </p:nvSpPr>
        <p:spPr>
          <a:ln/>
        </p:spPr>
        <p:txBody>
          <a:bodyPr/>
          <a:p>
            <a:pPr marL="0" indent="0" algn="ctr" eaLnBrk="1" hangingPunct="1">
              <a:spcBef>
                <a:spcPct val="0"/>
              </a:spcBef>
              <a:buClrTx/>
              <a:buSzTx/>
              <a:buFontTx/>
              <a:buNone/>
            </a:pPr>
            <a:fld id="{9A0DB2DC-4C9A-4742-B13C-FB6460FD3503}" type="slidenum">
              <a:rPr lang="en-US" altLang="zh-CN" sz="1400" b="0" dirty="0"/>
            </a:fld>
            <a:endParaRPr lang="en-US" altLang="zh-CN" sz="1400" b="0" dirty="0"/>
          </a:p>
        </p:txBody>
      </p:sp>
      <p:sp>
        <p:nvSpPr>
          <p:cNvPr id="31747" name="Rectangle 2"/>
          <p:cNvSpPr>
            <a:spLocks noGrp="1"/>
          </p:cNvSpPr>
          <p:nvPr>
            <p:ph type="title"/>
          </p:nvPr>
        </p:nvSpPr>
        <p:spPr>
          <a:ln/>
        </p:spPr>
        <p:txBody>
          <a:bodyPr vert="horz" wrap="square" lIns="91440" tIns="45720" rIns="91440" bIns="45720" anchor="b" anchorCtr="0"/>
          <a:p>
            <a:pPr eaLnBrk="1" hangingPunct="1"/>
            <a:r>
              <a:rPr lang="zh-CN" altLang="en-US" dirty="0"/>
              <a:t>内容</a:t>
            </a:r>
            <a:r>
              <a:rPr lang="en-US" altLang="zh-CN" dirty="0">
                <a:latin typeface="Arial" panose="020B0604020202020204" pitchFamily="34" charset="0"/>
              </a:rPr>
              <a:t>——</a:t>
            </a:r>
            <a:r>
              <a:rPr lang="zh-CN" altLang="en-US" dirty="0"/>
              <a:t>资源（</a:t>
            </a:r>
            <a:r>
              <a:rPr lang="en-US" altLang="en-US" dirty="0"/>
              <a:t>Ⅲ</a:t>
            </a:r>
            <a:r>
              <a:rPr lang="zh-CN" altLang="en-US" dirty="0"/>
              <a:t>）</a:t>
            </a:r>
            <a:endParaRPr lang="zh-CN" altLang="en-US" dirty="0"/>
          </a:p>
        </p:txBody>
      </p:sp>
      <p:sp>
        <p:nvSpPr>
          <p:cNvPr id="31748" name="Rectangle 3"/>
          <p:cNvSpPr>
            <a:spLocks noGrp="1"/>
          </p:cNvSpPr>
          <p:nvPr>
            <p:ph type="body" sz="half" idx="1"/>
          </p:nvPr>
        </p:nvSpPr>
        <p:spPr>
          <a:xfrm>
            <a:off x="762000" y="1143000"/>
            <a:ext cx="7696200" cy="1600200"/>
          </a:xfrm>
          <a:ln/>
        </p:spPr>
        <p:txBody>
          <a:bodyPr vert="horz" wrap="square" lIns="91440" tIns="45720" rIns="91440" bIns="45720" anchor="t" anchorCtr="0"/>
          <a:p>
            <a:pPr eaLnBrk="1" hangingPunct="1">
              <a:buClr>
                <a:schemeClr val="bg2"/>
              </a:buClr>
              <a:buSzPct val="70000"/>
              <a:buFont typeface="Wingdings" panose="05000000000000000000" pitchFamily="2" charset="2"/>
            </a:pPr>
            <a:r>
              <a:rPr lang="en-US" altLang="zh-CN" sz="2500" dirty="0"/>
              <a:t>4.2 </a:t>
            </a:r>
            <a:r>
              <a:rPr lang="zh-CN" altLang="en-US" sz="2500" dirty="0"/>
              <a:t>系统</a:t>
            </a:r>
            <a:endParaRPr lang="zh-CN" altLang="en-US" sz="2500" dirty="0"/>
          </a:p>
          <a:p>
            <a:pPr lvl="1" eaLnBrk="1" hangingPunct="1">
              <a:lnSpc>
                <a:spcPct val="125000"/>
              </a:lnSpc>
              <a:spcBef>
                <a:spcPts val="20"/>
              </a:spcBef>
              <a:spcAft>
                <a:spcPts val="0"/>
              </a:spcAft>
              <a:buClr>
                <a:schemeClr val="tx1"/>
              </a:buClr>
              <a:buSzPct val="70000"/>
              <a:buFont typeface="Wingdings" panose="05000000000000000000" pitchFamily="2" charset="2"/>
            </a:pPr>
            <a:r>
              <a:rPr lang="zh-CN" altLang="en-US" sz="1800" dirty="0"/>
              <a:t>下表列出了测试项目所需的系统资源。</a:t>
            </a:r>
            <a:endParaRPr lang="zh-CN" altLang="en-US" sz="1800" dirty="0"/>
          </a:p>
          <a:p>
            <a:pPr lvl="1" eaLnBrk="1" hangingPunct="1">
              <a:lnSpc>
                <a:spcPct val="125000"/>
              </a:lnSpc>
              <a:spcBef>
                <a:spcPts val="20"/>
              </a:spcBef>
              <a:spcAft>
                <a:spcPts val="0"/>
              </a:spcAft>
              <a:buClr>
                <a:schemeClr val="tx1"/>
              </a:buClr>
              <a:buSzPct val="70000"/>
              <a:buFont typeface="Wingdings" panose="05000000000000000000" pitchFamily="2" charset="2"/>
            </a:pPr>
            <a:r>
              <a:rPr lang="en-US" altLang="zh-CN" sz="1800" dirty="0"/>
              <a:t>[</a:t>
            </a:r>
            <a:r>
              <a:rPr lang="zh-CN" altLang="en-US" sz="1800" dirty="0"/>
              <a:t>此时并不完全了解测试系统的具体元素。 建议使系统模拟生产环境，并在适当的情况下减小访问量和数据库大小。</a:t>
            </a:r>
            <a:r>
              <a:rPr lang="en-US" altLang="zh-CN" sz="1800" dirty="0"/>
              <a:t>]</a:t>
            </a:r>
            <a:endParaRPr lang="en-US" altLang="zh-CN" sz="1800" dirty="0"/>
          </a:p>
          <a:p>
            <a:pPr lvl="1" eaLnBrk="1" hangingPunct="1">
              <a:lnSpc>
                <a:spcPct val="125000"/>
              </a:lnSpc>
              <a:spcBef>
                <a:spcPts val="20"/>
              </a:spcBef>
              <a:spcAft>
                <a:spcPts val="0"/>
              </a:spcAft>
              <a:buClr>
                <a:schemeClr val="tx1"/>
              </a:buClr>
              <a:buSzPct val="70000"/>
              <a:buFont typeface="Wingdings" panose="05000000000000000000" pitchFamily="2" charset="2"/>
            </a:pPr>
            <a:r>
              <a:rPr lang="en-US" altLang="zh-CN" sz="1800" dirty="0"/>
              <a:t>[</a:t>
            </a:r>
            <a:r>
              <a:rPr lang="zh-CN" altLang="en-US" sz="1800" dirty="0"/>
              <a:t>注： 可适当地删除或添加系统资源项。</a:t>
            </a:r>
            <a:r>
              <a:rPr lang="en-US" altLang="zh-CN" sz="1800" dirty="0"/>
              <a:t>]</a:t>
            </a:r>
            <a:endParaRPr lang="en-US" altLang="zh-CN" sz="1800" dirty="0"/>
          </a:p>
        </p:txBody>
      </p:sp>
      <p:graphicFrame>
        <p:nvGraphicFramePr>
          <p:cNvPr id="30766" name="Group 46"/>
          <p:cNvGraphicFramePr>
            <a:graphicFrameLocks noGrp="1"/>
          </p:cNvGraphicFramePr>
          <p:nvPr>
            <p:ph sz="half" idx="1"/>
          </p:nvPr>
        </p:nvGraphicFramePr>
        <p:xfrm>
          <a:off x="762000" y="3076575"/>
          <a:ext cx="7696200" cy="3025775"/>
        </p:xfrm>
        <a:graphic>
          <a:graphicData uri="http://schemas.openxmlformats.org/drawingml/2006/table">
            <a:tbl>
              <a:tblPr/>
              <a:tblGrid>
                <a:gridCol w="3213100"/>
                <a:gridCol w="4483100"/>
              </a:tblGrid>
              <a:tr h="251414">
                <a:tc gridSpan="2">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系统资源</a:t>
                      </a:r>
                      <a:endParaRPr kumimoji="0" lang="zh-CN" altLang="en-GB"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19041" marB="190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hMerge="1">
                  <a:tcPr/>
                </a:tc>
              </a:tr>
              <a:tr h="260220">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资源</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1" marB="190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名称</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类型</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1" marB="190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r>
              <a:tr h="251414">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数据库服务器</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1" marB="190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1" marB="190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1414">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GB" altLang="zh-CN" sz="1400" b="1" i="0" u="none" strike="noStrike" cap="none" normalizeH="0" baseline="0" smtClean="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网络或子网</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1" marB="190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TBD</a:t>
                      </a:r>
                      <a:endParaRPr kumimoji="0" lang="en-GB"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1" marB="190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1414">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GB" altLang="zh-CN" sz="1400" b="1" i="0" u="none" strike="noStrike" cap="none" normalizeH="0" baseline="0" smtClean="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服务器名称</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1" marB="190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TBD</a:t>
                      </a:r>
                      <a:endParaRPr kumimoji="0" lang="en-GB"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1" marB="190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1414">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GB" altLang="zh-CN" sz="1400" b="1" i="0" u="none" strike="noStrike" cap="none" normalizeH="0" baseline="0" smtClean="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数据库名称</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1" marB="190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TBD</a:t>
                      </a:r>
                      <a:endParaRPr kumimoji="0" lang="en-GB"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1" marB="190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1414">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客户端测试</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PC</a:t>
                      </a:r>
                      <a:endParaRPr kumimoji="0" lang="en-GB"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1" marB="190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1" marB="190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1414">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GB" altLang="zh-CN" sz="1400" b="1" i="0" u="none" strike="noStrike" cap="none" normalizeH="0" baseline="0" smtClean="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包括特殊的配置需求</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1" marB="190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TBD</a:t>
                      </a:r>
                      <a:endParaRPr kumimoji="0" lang="en-GB"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1" marB="190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1414">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测试存储库</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1" marB="190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1" marB="190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1414">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GB" altLang="zh-CN" sz="1400" b="1" i="0" u="none" strike="noStrike" cap="none" normalizeH="0" baseline="0" smtClean="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网络或子网</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1" marB="190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TBD</a:t>
                      </a:r>
                      <a:endParaRPr kumimoji="0" lang="en-GB"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1" marB="190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1414">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GB" altLang="zh-CN" sz="1400" b="1" i="0" u="none" strike="noStrike" cap="none" normalizeH="0" baseline="0" smtClean="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服务器名称</a:t>
                      </a:r>
                      <a:endParaRPr kumimoji="0" lang="zh-CN" altLang="en-GB"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1" marB="190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TBD</a:t>
                      </a:r>
                      <a:endParaRPr kumimoji="0" lang="en-GB"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1" marB="190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1414">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测试开发</a:t>
                      </a:r>
                      <a:r>
                        <a:rPr kumimoji="0" lang="en-GB"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PC</a:t>
                      </a:r>
                      <a:endParaRPr kumimoji="0" lang="en-GB"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19041" marB="190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GB" altLang="zh-CN" sz="1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TBD</a:t>
                      </a:r>
                      <a:endParaRPr kumimoji="0" lang="en-GB"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19041" marB="190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灯片编号占位符 6"/>
          <p:cNvSpPr txBox="1">
            <a:spLocks noGrp="1"/>
          </p:cNvSpPr>
          <p:nvPr>
            <p:ph type="sldNum" sz="quarter" idx="12"/>
          </p:nvPr>
        </p:nvSpPr>
        <p:spPr>
          <a:ln/>
        </p:spPr>
        <p:txBody>
          <a:bodyPr/>
          <a:p>
            <a:pPr marL="0" indent="0" algn="ctr" eaLnBrk="1" hangingPunct="1">
              <a:spcBef>
                <a:spcPct val="0"/>
              </a:spcBef>
              <a:buClrTx/>
              <a:buSzTx/>
              <a:buFontTx/>
              <a:buNone/>
            </a:pPr>
            <a:fld id="{9A0DB2DC-4C9A-4742-B13C-FB6460FD3503}" type="slidenum">
              <a:rPr lang="en-US" altLang="zh-CN" sz="1400" b="0" dirty="0"/>
            </a:fld>
            <a:endParaRPr lang="en-US" altLang="zh-CN" sz="1400" b="0" dirty="0"/>
          </a:p>
        </p:txBody>
      </p:sp>
      <p:sp>
        <p:nvSpPr>
          <p:cNvPr id="32771" name="Rectangle 2"/>
          <p:cNvSpPr>
            <a:spLocks noGrp="1"/>
          </p:cNvSpPr>
          <p:nvPr>
            <p:ph type="title"/>
          </p:nvPr>
        </p:nvSpPr>
        <p:spPr>
          <a:ln/>
        </p:spPr>
        <p:txBody>
          <a:bodyPr vert="horz" wrap="square" lIns="91440" tIns="45720" rIns="91440" bIns="45720" anchor="b" anchorCtr="0"/>
          <a:p>
            <a:pPr eaLnBrk="1" hangingPunct="1"/>
            <a:r>
              <a:rPr lang="zh-CN" altLang="en-US" dirty="0"/>
              <a:t>内容</a:t>
            </a:r>
            <a:r>
              <a:rPr lang="en-US" altLang="zh-CN" dirty="0">
                <a:latin typeface="Arial" panose="020B0604020202020204" pitchFamily="34" charset="0"/>
              </a:rPr>
              <a:t>——</a:t>
            </a:r>
            <a:r>
              <a:rPr lang="zh-CN" altLang="en-US" dirty="0"/>
              <a:t>项目里程碑 </a:t>
            </a:r>
            <a:endParaRPr lang="zh-CN" altLang="en-US" dirty="0"/>
          </a:p>
        </p:txBody>
      </p:sp>
      <p:sp>
        <p:nvSpPr>
          <p:cNvPr id="32772" name="Rectangle 4"/>
          <p:cNvSpPr>
            <a:spLocks noGrp="1"/>
          </p:cNvSpPr>
          <p:nvPr>
            <p:ph type="body" sz="half" idx="1"/>
          </p:nvPr>
        </p:nvSpPr>
        <p:spPr>
          <a:xfrm>
            <a:off x="762000" y="1295400"/>
            <a:ext cx="7696200" cy="1828800"/>
          </a:xfrm>
          <a:ln/>
        </p:spPr>
        <p:txBody>
          <a:bodyPr vert="horz" wrap="square" lIns="91440" tIns="45720" rIns="91440" bIns="45720" anchor="t" anchorCtr="0"/>
          <a:p>
            <a:pPr algn="just" eaLnBrk="1" hangingPunct="1">
              <a:lnSpc>
                <a:spcPct val="125000"/>
              </a:lnSpc>
              <a:spcBef>
                <a:spcPts val="20"/>
              </a:spcBef>
              <a:spcAft>
                <a:spcPts val="0"/>
              </a:spcAft>
              <a:buClr>
                <a:schemeClr val="bg2"/>
              </a:buClr>
              <a:buSzPct val="70000"/>
              <a:buFont typeface="Wingdings" panose="05000000000000000000" pitchFamily="2" charset="2"/>
            </a:pPr>
            <a:r>
              <a:rPr lang="zh-CN" altLang="en-US" sz="2500" dirty="0"/>
              <a:t>对 </a:t>
            </a:r>
            <a:r>
              <a:rPr lang="en-US" altLang="zh-CN" sz="2500" dirty="0"/>
              <a:t>&lt;</a:t>
            </a:r>
            <a:r>
              <a:rPr lang="zh-CN" altLang="en-US" sz="2500" dirty="0"/>
              <a:t>项目名称</a:t>
            </a:r>
            <a:r>
              <a:rPr lang="en-US" altLang="zh-CN" sz="2500" dirty="0"/>
              <a:t>&gt; </a:t>
            </a:r>
            <a:r>
              <a:rPr lang="zh-CN" altLang="en-US" sz="2500" dirty="0"/>
              <a:t>的测试应包括上面各节所述的各项测试的测试活动。 应该为这些测试确定单独的项目里程碑，以通知项目的状态和成果。</a:t>
            </a:r>
            <a:endParaRPr lang="zh-CN" altLang="en-US" sz="2500" dirty="0"/>
          </a:p>
        </p:txBody>
      </p:sp>
      <p:graphicFrame>
        <p:nvGraphicFramePr>
          <p:cNvPr id="31787" name="Group 43"/>
          <p:cNvGraphicFramePr>
            <a:graphicFrameLocks noGrp="1"/>
          </p:cNvGraphicFramePr>
          <p:nvPr>
            <p:ph sz="half" idx="1"/>
          </p:nvPr>
        </p:nvGraphicFramePr>
        <p:xfrm>
          <a:off x="533400" y="3124200"/>
          <a:ext cx="8077200" cy="2273300"/>
        </p:xfrm>
        <a:graphic>
          <a:graphicData uri="http://schemas.openxmlformats.org/drawingml/2006/table">
            <a:tbl>
              <a:tblPr/>
              <a:tblGrid>
                <a:gridCol w="2701925"/>
                <a:gridCol w="1976438"/>
                <a:gridCol w="1738312"/>
                <a:gridCol w="1660525"/>
              </a:tblGrid>
              <a:tr h="374650">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GB"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里程碑任务</a:t>
                      </a:r>
                      <a:endParaRPr kumimoji="0" lang="zh-CN" altLang="en-GB"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GB"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工</a:t>
                      </a:r>
                      <a:r>
                        <a:rPr kumimoji="0" lang="zh-CN" altLang="en-GB"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作量</a:t>
                      </a:r>
                      <a:endParaRPr kumimoji="0" lang="zh-CN" altLang="en-GB"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GB"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开始日期</a:t>
                      </a:r>
                      <a:endParaRPr kumimoji="0" lang="zh-CN" altLang="en-GB"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GB"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结束日期</a:t>
                      </a:r>
                      <a:endParaRPr kumimoji="0" lang="zh-CN" altLang="en-GB"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74650">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制定测试计划</a:t>
                      </a:r>
                      <a:endParaRPr kumimoji="0" lang="zh-CN" altLang="en-GB"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74650">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设计测试</a:t>
                      </a:r>
                      <a:endParaRPr kumimoji="0" lang="zh-CN" altLang="en-GB"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00050">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实施测试</a:t>
                      </a:r>
                      <a:endParaRPr kumimoji="0" lang="zh-CN" altLang="en-GB"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74650">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执行测试</a:t>
                      </a:r>
                      <a:endParaRPr kumimoji="0" lang="zh-CN" altLang="en-GB"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74650">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GB"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对测试进行评估</a:t>
                      </a:r>
                      <a:endParaRPr kumimoji="0" lang="zh-CN" altLang="en-GB"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灯片编号占位符 5"/>
          <p:cNvSpPr txBox="1">
            <a:spLocks noGrp="1"/>
          </p:cNvSpPr>
          <p:nvPr>
            <p:ph type="sldNum" sz="quarter" idx="12"/>
          </p:nvPr>
        </p:nvSpPr>
        <p:spPr>
          <a:ln/>
        </p:spPr>
        <p:txBody>
          <a:bodyPr/>
          <a:p>
            <a:pPr marL="0" indent="0" algn="ctr" eaLnBrk="1" hangingPunct="1">
              <a:spcBef>
                <a:spcPct val="0"/>
              </a:spcBef>
              <a:buClrTx/>
              <a:buSzTx/>
              <a:buFontTx/>
              <a:buNone/>
            </a:pPr>
            <a:fld id="{9A0DB2DC-4C9A-4742-B13C-FB6460FD3503}" type="slidenum">
              <a:rPr lang="en-US" altLang="zh-CN" sz="1400" b="0" dirty="0"/>
            </a:fld>
            <a:endParaRPr lang="en-US" altLang="zh-CN" sz="1400" b="0" dirty="0"/>
          </a:p>
        </p:txBody>
      </p:sp>
      <p:sp>
        <p:nvSpPr>
          <p:cNvPr id="33795" name="Rectangle 2"/>
          <p:cNvSpPr>
            <a:spLocks noGrp="1"/>
          </p:cNvSpPr>
          <p:nvPr>
            <p:ph type="title"/>
          </p:nvPr>
        </p:nvSpPr>
        <p:spPr>
          <a:ln/>
        </p:spPr>
        <p:txBody>
          <a:bodyPr vert="horz" wrap="square" lIns="91440" tIns="45720" rIns="91440" bIns="45720" anchor="b" anchorCtr="0"/>
          <a:p>
            <a:pPr eaLnBrk="1" hangingPunct="1"/>
            <a:r>
              <a:rPr lang="zh-CN" altLang="en-US" dirty="0"/>
              <a:t>内容</a:t>
            </a:r>
            <a:r>
              <a:rPr lang="en-US" altLang="zh-CN" dirty="0">
                <a:latin typeface="Arial" panose="020B0604020202020204" pitchFamily="34" charset="0"/>
              </a:rPr>
              <a:t>——</a:t>
            </a:r>
            <a:r>
              <a:rPr lang="zh-CN" altLang="en-US" dirty="0"/>
              <a:t>可交付工件</a:t>
            </a:r>
            <a:endParaRPr lang="zh-CN" altLang="en-US" dirty="0"/>
          </a:p>
        </p:txBody>
      </p:sp>
      <p:sp>
        <p:nvSpPr>
          <p:cNvPr id="33796" name="Rectangle 3"/>
          <p:cNvSpPr>
            <a:spLocks noGrp="1"/>
          </p:cNvSpPr>
          <p:nvPr>
            <p:ph idx="1"/>
          </p:nvPr>
        </p:nvSpPr>
        <p:spPr>
          <a:xfrm>
            <a:off x="762000" y="1295400"/>
            <a:ext cx="7924800" cy="5105400"/>
          </a:xfrm>
          <a:ln/>
        </p:spPr>
        <p:txBody>
          <a:bodyPr vert="horz" wrap="square" lIns="91440" tIns="45720" rIns="91440" bIns="45720" anchor="t" anchorCtr="0"/>
          <a:p>
            <a:pPr algn="just" eaLnBrk="1" hangingPunct="1">
              <a:lnSpc>
                <a:spcPct val="125000"/>
              </a:lnSpc>
              <a:spcBef>
                <a:spcPts val="1000"/>
              </a:spcBef>
              <a:spcAft>
                <a:spcPts val="500"/>
              </a:spcAft>
            </a:pPr>
            <a:r>
              <a:rPr lang="zh-CN" altLang="en-US" sz="2000" dirty="0"/>
              <a:t>本节列出了将要创建的各种文档、工具和报告，及其创建人员、交付对象和交付时间。</a:t>
            </a:r>
            <a:endParaRPr lang="zh-CN" altLang="en-US" sz="2000" dirty="0"/>
          </a:p>
          <a:p>
            <a:pPr algn="just" eaLnBrk="1" hangingPunct="1">
              <a:lnSpc>
                <a:spcPct val="125000"/>
              </a:lnSpc>
              <a:spcBef>
                <a:spcPts val="1000"/>
              </a:spcBef>
              <a:spcAft>
                <a:spcPts val="500"/>
              </a:spcAft>
            </a:pPr>
            <a:r>
              <a:rPr lang="en-US" altLang="zh-CN" sz="2000" dirty="0">
                <a:solidFill>
                  <a:srgbClr val="FF0000"/>
                </a:solidFill>
              </a:rPr>
              <a:t>6.1     </a:t>
            </a:r>
            <a:r>
              <a:rPr lang="zh-CN" altLang="en-US" sz="2000" dirty="0">
                <a:solidFill>
                  <a:srgbClr val="FF0000"/>
                </a:solidFill>
              </a:rPr>
              <a:t>测试模型</a:t>
            </a:r>
            <a:endParaRPr lang="zh-CN" altLang="en-US" sz="2000" dirty="0">
              <a:solidFill>
                <a:srgbClr val="FF0000"/>
              </a:solidFill>
            </a:endParaRPr>
          </a:p>
          <a:p>
            <a:pPr lvl="1" algn="just" eaLnBrk="1" hangingPunct="1">
              <a:lnSpc>
                <a:spcPct val="125000"/>
              </a:lnSpc>
              <a:spcBef>
                <a:spcPts val="1000"/>
              </a:spcBef>
              <a:spcAft>
                <a:spcPts val="500"/>
              </a:spcAft>
            </a:pPr>
            <a:r>
              <a:rPr lang="zh-CN" altLang="en-US" sz="2000" dirty="0"/>
              <a:t>确定将要通过测试模型创建并分发的报告。 测试模型中的这些工件应该用 </a:t>
            </a:r>
            <a:r>
              <a:rPr lang="en-US" altLang="zh-CN" sz="2000" dirty="0"/>
              <a:t>ASQ </a:t>
            </a:r>
            <a:r>
              <a:rPr lang="zh-CN" altLang="en-US" sz="2000" dirty="0"/>
              <a:t>工具来创建或引用。</a:t>
            </a:r>
            <a:endParaRPr lang="zh-CN" altLang="en-US" sz="2000" dirty="0"/>
          </a:p>
          <a:p>
            <a:pPr algn="just" eaLnBrk="1" hangingPunct="1">
              <a:lnSpc>
                <a:spcPct val="125000"/>
              </a:lnSpc>
              <a:spcBef>
                <a:spcPts val="1000"/>
              </a:spcBef>
              <a:spcAft>
                <a:spcPts val="500"/>
              </a:spcAft>
            </a:pPr>
            <a:r>
              <a:rPr lang="en-US" altLang="zh-CN" sz="2000" dirty="0">
                <a:solidFill>
                  <a:srgbClr val="FF0000"/>
                </a:solidFill>
              </a:rPr>
              <a:t>6.2     </a:t>
            </a:r>
            <a:r>
              <a:rPr lang="zh-CN" altLang="en-US" sz="2000" dirty="0">
                <a:solidFill>
                  <a:srgbClr val="FF0000"/>
                </a:solidFill>
              </a:rPr>
              <a:t>测试记录</a:t>
            </a:r>
            <a:endParaRPr lang="zh-CN" altLang="en-US" sz="2000" dirty="0">
              <a:solidFill>
                <a:srgbClr val="FF0000"/>
              </a:solidFill>
            </a:endParaRPr>
          </a:p>
          <a:p>
            <a:pPr lvl="1" algn="just" eaLnBrk="1" hangingPunct="1">
              <a:lnSpc>
                <a:spcPct val="125000"/>
              </a:lnSpc>
              <a:spcBef>
                <a:spcPts val="1000"/>
              </a:spcBef>
              <a:spcAft>
                <a:spcPts val="500"/>
              </a:spcAft>
            </a:pPr>
            <a:r>
              <a:rPr lang="zh-CN" altLang="en-US" sz="2000" dirty="0"/>
              <a:t>说明用来记录和报告测试结果和测试状态的方法和工具。</a:t>
            </a:r>
            <a:endParaRPr lang="zh-CN" altLang="en-US" sz="2000" dirty="0"/>
          </a:p>
          <a:p>
            <a:pPr algn="just" eaLnBrk="1" hangingPunct="1">
              <a:lnSpc>
                <a:spcPct val="125000"/>
              </a:lnSpc>
              <a:spcBef>
                <a:spcPts val="1000"/>
              </a:spcBef>
              <a:spcAft>
                <a:spcPts val="500"/>
              </a:spcAft>
            </a:pPr>
            <a:r>
              <a:rPr lang="en-US" altLang="zh-CN" sz="2000" dirty="0">
                <a:solidFill>
                  <a:srgbClr val="FF0000"/>
                </a:solidFill>
              </a:rPr>
              <a:t>6.3     </a:t>
            </a:r>
            <a:r>
              <a:rPr lang="zh-CN" altLang="en-US" sz="2000" dirty="0">
                <a:solidFill>
                  <a:srgbClr val="FF0000"/>
                </a:solidFill>
              </a:rPr>
              <a:t>缺陷报告</a:t>
            </a:r>
            <a:endParaRPr lang="zh-CN" altLang="en-US" sz="2000" dirty="0">
              <a:solidFill>
                <a:srgbClr val="FF0000"/>
              </a:solidFill>
            </a:endParaRPr>
          </a:p>
          <a:p>
            <a:pPr lvl="1" algn="just" eaLnBrk="1" hangingPunct="1">
              <a:lnSpc>
                <a:spcPct val="125000"/>
              </a:lnSpc>
              <a:spcBef>
                <a:spcPts val="1000"/>
              </a:spcBef>
              <a:spcAft>
                <a:spcPts val="500"/>
              </a:spcAft>
            </a:pPr>
            <a:r>
              <a:rPr lang="zh-CN" altLang="en-US" sz="2000" dirty="0"/>
              <a:t>确定用来记录、跟踪和报告测试中发生的意外情况及其状态的方法和工具。</a:t>
            </a:r>
            <a:endParaRPr lang="zh-CN" altLang="en-US" sz="2000" dirty="0"/>
          </a:p>
        </p:txBody>
      </p:sp>
    </p:spTree>
  </p:cSld>
  <p:clrMapOvr>
    <a:masterClrMapping/>
  </p:clrMapOvr>
  <p:transition>
    <p:rand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灯片编号占位符 6"/>
          <p:cNvSpPr txBox="1">
            <a:spLocks noGrp="1"/>
          </p:cNvSpPr>
          <p:nvPr>
            <p:ph type="sldNum" sz="quarter" idx="12"/>
          </p:nvPr>
        </p:nvSpPr>
        <p:spPr>
          <a:ln/>
        </p:spPr>
        <p:txBody>
          <a:bodyPr/>
          <a:p>
            <a:pPr marL="0" indent="0" algn="ctr" eaLnBrk="1" hangingPunct="1">
              <a:spcBef>
                <a:spcPct val="0"/>
              </a:spcBef>
              <a:buClrTx/>
              <a:buSzTx/>
              <a:buFontTx/>
              <a:buNone/>
            </a:pPr>
            <a:fld id="{9A0DB2DC-4C9A-4742-B13C-FB6460FD3503}" type="slidenum">
              <a:rPr lang="en-US" altLang="zh-CN" sz="1400" b="0" dirty="0"/>
            </a:fld>
            <a:endParaRPr lang="en-US" altLang="zh-CN" sz="1400" b="0" dirty="0"/>
          </a:p>
        </p:txBody>
      </p:sp>
      <p:sp>
        <p:nvSpPr>
          <p:cNvPr id="34819" name="Rectangle 2"/>
          <p:cNvSpPr>
            <a:spLocks noGrp="1"/>
          </p:cNvSpPr>
          <p:nvPr>
            <p:ph type="title"/>
          </p:nvPr>
        </p:nvSpPr>
        <p:spPr>
          <a:ln/>
        </p:spPr>
        <p:txBody>
          <a:bodyPr vert="horz" wrap="square" lIns="91440" tIns="45720" rIns="91440" bIns="45720" anchor="b" anchorCtr="0"/>
          <a:p>
            <a:pPr eaLnBrk="1" hangingPunct="1"/>
            <a:r>
              <a:rPr lang="zh-CN" altLang="en-US" dirty="0"/>
              <a:t>内容</a:t>
            </a:r>
            <a:r>
              <a:rPr lang="en-US" altLang="zh-CN" dirty="0">
                <a:latin typeface="Arial" panose="020B0604020202020204" pitchFamily="34" charset="0"/>
              </a:rPr>
              <a:t>——</a:t>
            </a:r>
            <a:r>
              <a:rPr lang="zh-CN" altLang="en-US" dirty="0"/>
              <a:t>附录 </a:t>
            </a:r>
            <a:r>
              <a:rPr lang="en-US" altLang="zh-CN" dirty="0"/>
              <a:t>A</a:t>
            </a:r>
            <a:r>
              <a:rPr lang="zh-CN" altLang="en-US" dirty="0"/>
              <a:t>：项目任务</a:t>
            </a:r>
            <a:endParaRPr lang="zh-CN" altLang="en-US" dirty="0"/>
          </a:p>
        </p:txBody>
      </p:sp>
      <p:sp>
        <p:nvSpPr>
          <p:cNvPr id="34820" name="Rectangle 3"/>
          <p:cNvSpPr>
            <a:spLocks noGrp="1"/>
          </p:cNvSpPr>
          <p:nvPr>
            <p:ph sz="half" idx="1"/>
          </p:nvPr>
        </p:nvSpPr>
        <p:spPr>
          <a:xfrm>
            <a:off x="533400" y="1295400"/>
            <a:ext cx="4000500" cy="4648200"/>
          </a:xfrm>
          <a:ln/>
        </p:spPr>
        <p:txBody>
          <a:bodyPr vert="horz" wrap="square" lIns="91440" tIns="45720" rIns="91440" bIns="45720" anchor="t" anchorCtr="0"/>
          <a:p>
            <a:pPr eaLnBrk="1" hangingPunct="1">
              <a:buSzPct val="70000"/>
            </a:pPr>
            <a:r>
              <a:rPr lang="zh-CN" altLang="en-US" sz="2000" dirty="0">
                <a:latin typeface="+mn-lt"/>
                <a:ea typeface="+mn-ea"/>
                <a:cs typeface="+mn-cs"/>
              </a:rPr>
              <a:t>以下是一些与测试有关的任务：</a:t>
            </a:r>
            <a:endParaRPr lang="zh-CN" altLang="en-US" sz="2000" dirty="0">
              <a:latin typeface="+mn-lt"/>
              <a:ea typeface="+mn-ea"/>
              <a:cs typeface="+mn-cs"/>
            </a:endParaRPr>
          </a:p>
          <a:p>
            <a:pPr eaLnBrk="1" hangingPunct="1">
              <a:buSzPct val="70000"/>
            </a:pPr>
            <a:r>
              <a:rPr lang="en-US" altLang="zh-CN" sz="2000" dirty="0">
                <a:solidFill>
                  <a:srgbClr val="FF0000"/>
                </a:solidFill>
                <a:latin typeface="+mn-lt"/>
                <a:ea typeface="+mn-ea"/>
                <a:cs typeface="+mn-cs"/>
              </a:rPr>
              <a:t>- </a:t>
            </a:r>
            <a:r>
              <a:rPr lang="zh-CN" altLang="en-US" sz="2000" dirty="0">
                <a:solidFill>
                  <a:srgbClr val="FF0000"/>
                </a:solidFill>
                <a:latin typeface="+mn-lt"/>
                <a:ea typeface="+mn-ea"/>
                <a:cs typeface="+mn-cs"/>
              </a:rPr>
              <a:t>制定测试计划</a:t>
            </a:r>
            <a:endParaRPr lang="zh-CN" altLang="en-US" sz="2000" dirty="0">
              <a:solidFill>
                <a:srgbClr val="FF0000"/>
              </a:solidFill>
              <a:latin typeface="+mn-lt"/>
              <a:ea typeface="+mn-ea"/>
              <a:cs typeface="+mn-cs"/>
            </a:endParaRPr>
          </a:p>
          <a:p>
            <a:pPr lvl="1" eaLnBrk="1" hangingPunct="1">
              <a:buSzPct val="70000"/>
            </a:pPr>
            <a:r>
              <a:rPr lang="zh-CN" altLang="en-US" sz="1700" dirty="0">
                <a:latin typeface="+mn-lt"/>
                <a:ea typeface="+mn-ea"/>
              </a:rPr>
              <a:t>确定测试需求</a:t>
            </a:r>
            <a:endParaRPr lang="zh-CN" altLang="en-US" sz="1700" dirty="0">
              <a:latin typeface="+mn-lt"/>
              <a:ea typeface="+mn-ea"/>
            </a:endParaRPr>
          </a:p>
          <a:p>
            <a:pPr lvl="1" eaLnBrk="1" hangingPunct="1">
              <a:buSzPct val="70000"/>
            </a:pPr>
            <a:r>
              <a:rPr lang="zh-CN" altLang="en-US" sz="1700" dirty="0">
                <a:latin typeface="+mn-lt"/>
                <a:ea typeface="+mn-ea"/>
              </a:rPr>
              <a:t>评估风险</a:t>
            </a:r>
            <a:endParaRPr lang="zh-CN" altLang="en-US" sz="1700" dirty="0">
              <a:latin typeface="+mn-lt"/>
              <a:ea typeface="+mn-ea"/>
            </a:endParaRPr>
          </a:p>
          <a:p>
            <a:pPr lvl="1" eaLnBrk="1" hangingPunct="1">
              <a:buSzPct val="70000"/>
            </a:pPr>
            <a:r>
              <a:rPr lang="zh-CN" altLang="en-US" sz="1700" dirty="0">
                <a:latin typeface="+mn-lt"/>
                <a:ea typeface="+mn-ea"/>
              </a:rPr>
              <a:t>制定测试策略</a:t>
            </a:r>
            <a:endParaRPr lang="zh-CN" altLang="en-US" sz="1700" dirty="0">
              <a:latin typeface="+mn-lt"/>
              <a:ea typeface="+mn-ea"/>
            </a:endParaRPr>
          </a:p>
          <a:p>
            <a:pPr lvl="1" eaLnBrk="1" hangingPunct="1">
              <a:buSzPct val="70000"/>
            </a:pPr>
            <a:r>
              <a:rPr lang="zh-CN" altLang="en-US" sz="1700" dirty="0">
                <a:latin typeface="+mn-lt"/>
                <a:ea typeface="+mn-ea"/>
              </a:rPr>
              <a:t>确定测试资源</a:t>
            </a:r>
            <a:endParaRPr lang="zh-CN" altLang="en-US" sz="1700" dirty="0">
              <a:latin typeface="+mn-lt"/>
              <a:ea typeface="+mn-ea"/>
            </a:endParaRPr>
          </a:p>
          <a:p>
            <a:pPr lvl="1" eaLnBrk="1" hangingPunct="1">
              <a:buSzPct val="70000"/>
            </a:pPr>
            <a:r>
              <a:rPr lang="zh-CN" altLang="en-US" sz="1700" dirty="0">
                <a:latin typeface="+mn-lt"/>
                <a:ea typeface="+mn-ea"/>
              </a:rPr>
              <a:t>创建时间表</a:t>
            </a:r>
            <a:endParaRPr lang="zh-CN" altLang="en-US" sz="1700" dirty="0">
              <a:latin typeface="+mn-lt"/>
              <a:ea typeface="+mn-ea"/>
            </a:endParaRPr>
          </a:p>
          <a:p>
            <a:pPr lvl="1" eaLnBrk="1" hangingPunct="1">
              <a:buSzPct val="70000"/>
            </a:pPr>
            <a:r>
              <a:rPr lang="zh-CN" altLang="en-US" sz="1700" dirty="0">
                <a:latin typeface="+mn-lt"/>
                <a:ea typeface="+mn-ea"/>
              </a:rPr>
              <a:t>生成测试计划</a:t>
            </a:r>
            <a:endParaRPr lang="zh-CN" altLang="en-US" sz="1700" dirty="0">
              <a:latin typeface="+mn-lt"/>
              <a:ea typeface="+mn-ea"/>
            </a:endParaRPr>
          </a:p>
          <a:p>
            <a:pPr eaLnBrk="1" hangingPunct="1">
              <a:buSzPct val="70000"/>
            </a:pPr>
            <a:r>
              <a:rPr lang="en-US" altLang="zh-CN" sz="2000" dirty="0">
                <a:solidFill>
                  <a:srgbClr val="FF0000"/>
                </a:solidFill>
                <a:latin typeface="+mn-lt"/>
                <a:ea typeface="+mn-ea"/>
                <a:cs typeface="+mn-cs"/>
              </a:rPr>
              <a:t>- </a:t>
            </a:r>
            <a:r>
              <a:rPr lang="zh-CN" altLang="en-US" sz="2000" dirty="0">
                <a:solidFill>
                  <a:srgbClr val="FF0000"/>
                </a:solidFill>
                <a:latin typeface="+mn-lt"/>
                <a:ea typeface="+mn-ea"/>
                <a:cs typeface="+mn-cs"/>
              </a:rPr>
              <a:t>设计测试</a:t>
            </a:r>
            <a:endParaRPr lang="zh-CN" altLang="en-US" sz="2000" dirty="0">
              <a:solidFill>
                <a:srgbClr val="FF0000"/>
              </a:solidFill>
              <a:latin typeface="+mn-lt"/>
              <a:ea typeface="+mn-ea"/>
              <a:cs typeface="+mn-cs"/>
            </a:endParaRPr>
          </a:p>
          <a:p>
            <a:pPr lvl="1" eaLnBrk="1" hangingPunct="1">
              <a:buSzPct val="70000"/>
            </a:pPr>
            <a:r>
              <a:rPr lang="zh-CN" altLang="en-US" sz="1700" dirty="0">
                <a:latin typeface="+mn-lt"/>
                <a:ea typeface="+mn-ea"/>
              </a:rPr>
              <a:t>准备工作量分析文档</a:t>
            </a:r>
            <a:endParaRPr lang="zh-CN" altLang="en-US" sz="1700" dirty="0">
              <a:latin typeface="+mn-lt"/>
              <a:ea typeface="+mn-ea"/>
            </a:endParaRPr>
          </a:p>
          <a:p>
            <a:pPr lvl="1" eaLnBrk="1" hangingPunct="1">
              <a:buSzPct val="70000"/>
            </a:pPr>
            <a:r>
              <a:rPr lang="zh-CN" altLang="en-US" sz="1700" dirty="0">
                <a:latin typeface="+mn-lt"/>
                <a:ea typeface="+mn-ea"/>
              </a:rPr>
              <a:t>确定并说明测试用例</a:t>
            </a:r>
            <a:endParaRPr lang="zh-CN" altLang="en-US" sz="1700" dirty="0">
              <a:latin typeface="+mn-lt"/>
              <a:ea typeface="+mn-ea"/>
            </a:endParaRPr>
          </a:p>
          <a:p>
            <a:pPr lvl="1" eaLnBrk="1" hangingPunct="1">
              <a:buSzPct val="70000"/>
            </a:pPr>
            <a:r>
              <a:rPr lang="zh-CN" altLang="en-US" sz="1700" dirty="0">
                <a:latin typeface="+mn-lt"/>
                <a:ea typeface="+mn-ea"/>
              </a:rPr>
              <a:t>确定测试过程，并建立测试过程的结构</a:t>
            </a:r>
            <a:endParaRPr lang="zh-CN" altLang="en-US" sz="1700" dirty="0">
              <a:latin typeface="+mn-lt"/>
              <a:ea typeface="+mn-ea"/>
            </a:endParaRPr>
          </a:p>
          <a:p>
            <a:pPr lvl="1" eaLnBrk="1" hangingPunct="1">
              <a:buSzPct val="70000"/>
            </a:pPr>
            <a:r>
              <a:rPr lang="zh-CN" altLang="en-US" sz="1700" dirty="0">
                <a:latin typeface="+mn-lt"/>
                <a:ea typeface="+mn-ea"/>
              </a:rPr>
              <a:t>复审和评估测试覆盖 </a:t>
            </a:r>
            <a:endParaRPr lang="zh-CN" altLang="en-US" sz="1700" dirty="0">
              <a:latin typeface="+mn-lt"/>
              <a:ea typeface="+mn-ea"/>
            </a:endParaRPr>
          </a:p>
        </p:txBody>
      </p:sp>
      <p:sp>
        <p:nvSpPr>
          <p:cNvPr id="34821" name="Rectangle 4"/>
          <p:cNvSpPr>
            <a:spLocks noGrp="1"/>
          </p:cNvSpPr>
          <p:nvPr>
            <p:ph sz="half" idx="2"/>
          </p:nvPr>
        </p:nvSpPr>
        <p:spPr>
          <a:xfrm>
            <a:off x="4419600" y="1219200"/>
            <a:ext cx="4572000" cy="4876800"/>
          </a:xfrm>
          <a:ln/>
        </p:spPr>
        <p:txBody>
          <a:bodyPr vert="horz" wrap="square" lIns="91440" tIns="45720" rIns="91440" bIns="45720" anchor="t" anchorCtr="0"/>
          <a:p>
            <a:pPr eaLnBrk="1" hangingPunct="1">
              <a:buSzPct val="70000"/>
            </a:pPr>
            <a:r>
              <a:rPr lang="en-US" altLang="zh-CN" sz="1800" dirty="0">
                <a:solidFill>
                  <a:srgbClr val="FF0000"/>
                </a:solidFill>
                <a:latin typeface="+mn-lt"/>
                <a:ea typeface="+mn-ea"/>
                <a:cs typeface="+mn-cs"/>
              </a:rPr>
              <a:t>- </a:t>
            </a:r>
            <a:r>
              <a:rPr lang="zh-CN" altLang="en-US" sz="2000" dirty="0">
                <a:solidFill>
                  <a:srgbClr val="FF0000"/>
                </a:solidFill>
                <a:latin typeface="+mn-lt"/>
                <a:ea typeface="+mn-ea"/>
                <a:cs typeface="+mn-cs"/>
              </a:rPr>
              <a:t>实施测试</a:t>
            </a:r>
            <a:endParaRPr lang="zh-CN" altLang="en-US" sz="2000" dirty="0">
              <a:solidFill>
                <a:srgbClr val="FF0000"/>
              </a:solidFill>
              <a:latin typeface="+mn-lt"/>
              <a:ea typeface="+mn-ea"/>
              <a:cs typeface="+mn-cs"/>
            </a:endParaRPr>
          </a:p>
          <a:p>
            <a:pPr lvl="1" eaLnBrk="1" hangingPunct="1">
              <a:buSzPct val="70000"/>
            </a:pPr>
            <a:r>
              <a:rPr lang="zh-CN" altLang="en-US" sz="1600" dirty="0">
                <a:latin typeface="+mn-lt"/>
                <a:ea typeface="+mn-ea"/>
              </a:rPr>
              <a:t>记录或通过编程创建测试脚本</a:t>
            </a:r>
            <a:endParaRPr lang="zh-CN" altLang="en-US" sz="1600" dirty="0">
              <a:latin typeface="+mn-lt"/>
              <a:ea typeface="+mn-ea"/>
            </a:endParaRPr>
          </a:p>
          <a:p>
            <a:pPr lvl="1" eaLnBrk="1" hangingPunct="1">
              <a:buSzPct val="70000"/>
            </a:pPr>
            <a:r>
              <a:rPr lang="zh-CN" altLang="en-US" sz="1600" dirty="0">
                <a:latin typeface="+mn-lt"/>
                <a:ea typeface="+mn-ea"/>
              </a:rPr>
              <a:t>确定设计与实施模型中的测试专用功能</a:t>
            </a:r>
            <a:endParaRPr lang="zh-CN" altLang="en-US" sz="1600" dirty="0">
              <a:latin typeface="+mn-lt"/>
              <a:ea typeface="+mn-ea"/>
            </a:endParaRPr>
          </a:p>
          <a:p>
            <a:pPr lvl="1" eaLnBrk="1" hangingPunct="1">
              <a:buSzPct val="70000"/>
            </a:pPr>
            <a:r>
              <a:rPr lang="zh-CN" altLang="en-US" sz="1600" dirty="0">
                <a:latin typeface="+mn-lt"/>
                <a:ea typeface="+mn-ea"/>
              </a:rPr>
              <a:t>建立外部数据集</a:t>
            </a:r>
            <a:endParaRPr lang="zh-CN" altLang="en-US" sz="1600" dirty="0">
              <a:latin typeface="+mn-lt"/>
              <a:ea typeface="+mn-ea"/>
            </a:endParaRPr>
          </a:p>
          <a:p>
            <a:pPr eaLnBrk="1" hangingPunct="1">
              <a:buSzPct val="70000"/>
            </a:pPr>
            <a:r>
              <a:rPr lang="en-US" altLang="zh-CN" sz="1800" dirty="0">
                <a:solidFill>
                  <a:srgbClr val="FF0000"/>
                </a:solidFill>
                <a:latin typeface="+mn-lt"/>
                <a:ea typeface="+mn-ea"/>
                <a:cs typeface="+mn-cs"/>
              </a:rPr>
              <a:t>- </a:t>
            </a:r>
            <a:r>
              <a:rPr lang="zh-CN" altLang="en-US" sz="2000" dirty="0">
                <a:solidFill>
                  <a:srgbClr val="FF0000"/>
                </a:solidFill>
                <a:latin typeface="+mn-lt"/>
                <a:ea typeface="+mn-ea"/>
                <a:cs typeface="+mn-cs"/>
              </a:rPr>
              <a:t>执行测试</a:t>
            </a:r>
            <a:endParaRPr lang="zh-CN" altLang="en-US" sz="2000" dirty="0">
              <a:solidFill>
                <a:srgbClr val="FF0000"/>
              </a:solidFill>
              <a:latin typeface="+mn-lt"/>
              <a:ea typeface="+mn-ea"/>
              <a:cs typeface="+mn-cs"/>
            </a:endParaRPr>
          </a:p>
          <a:p>
            <a:pPr lvl="1" eaLnBrk="1" hangingPunct="1">
              <a:buSzPct val="70000"/>
            </a:pPr>
            <a:r>
              <a:rPr lang="zh-CN" altLang="en-US" sz="1600" dirty="0">
                <a:latin typeface="+mn-lt"/>
                <a:ea typeface="+mn-ea"/>
              </a:rPr>
              <a:t>执行测试过程</a:t>
            </a:r>
            <a:endParaRPr lang="zh-CN" altLang="en-US" sz="1600" dirty="0">
              <a:latin typeface="+mn-lt"/>
              <a:ea typeface="+mn-ea"/>
            </a:endParaRPr>
          </a:p>
          <a:p>
            <a:pPr lvl="1" eaLnBrk="1" hangingPunct="1">
              <a:buSzPct val="70000"/>
            </a:pPr>
            <a:r>
              <a:rPr lang="zh-CN" altLang="en-US" sz="1600" dirty="0">
                <a:latin typeface="+mn-lt"/>
                <a:ea typeface="+mn-ea"/>
              </a:rPr>
              <a:t>评估测试的执行情况</a:t>
            </a:r>
            <a:endParaRPr lang="zh-CN" altLang="en-US" sz="1600" dirty="0">
              <a:latin typeface="+mn-lt"/>
              <a:ea typeface="+mn-ea"/>
            </a:endParaRPr>
          </a:p>
          <a:p>
            <a:pPr lvl="1" eaLnBrk="1" hangingPunct="1">
              <a:buSzPct val="70000"/>
            </a:pPr>
            <a:r>
              <a:rPr lang="zh-CN" altLang="en-US" sz="1600" dirty="0">
                <a:latin typeface="+mn-lt"/>
                <a:ea typeface="+mn-ea"/>
              </a:rPr>
              <a:t>恢复暂停的测试</a:t>
            </a:r>
            <a:endParaRPr lang="zh-CN" altLang="en-US" sz="1600" dirty="0">
              <a:latin typeface="+mn-lt"/>
              <a:ea typeface="+mn-ea"/>
            </a:endParaRPr>
          </a:p>
          <a:p>
            <a:pPr lvl="1" eaLnBrk="1" hangingPunct="1">
              <a:buSzPct val="70000"/>
            </a:pPr>
            <a:r>
              <a:rPr lang="zh-CN" altLang="en-US" sz="1600" dirty="0">
                <a:latin typeface="+mn-lt"/>
                <a:ea typeface="+mn-ea"/>
              </a:rPr>
              <a:t>核实结果</a:t>
            </a:r>
            <a:endParaRPr lang="zh-CN" altLang="en-US" sz="1600" dirty="0">
              <a:latin typeface="+mn-lt"/>
              <a:ea typeface="+mn-ea"/>
            </a:endParaRPr>
          </a:p>
          <a:p>
            <a:pPr lvl="1" eaLnBrk="1" hangingPunct="1">
              <a:buSzPct val="70000"/>
            </a:pPr>
            <a:r>
              <a:rPr lang="zh-CN" altLang="en-US" sz="1600" dirty="0">
                <a:latin typeface="+mn-lt"/>
                <a:ea typeface="+mn-ea"/>
              </a:rPr>
              <a:t>调查意外结果</a:t>
            </a:r>
            <a:endParaRPr lang="zh-CN" altLang="en-US" sz="1600" dirty="0">
              <a:latin typeface="+mn-lt"/>
              <a:ea typeface="+mn-ea"/>
            </a:endParaRPr>
          </a:p>
          <a:p>
            <a:pPr lvl="1" eaLnBrk="1" hangingPunct="1">
              <a:buSzPct val="70000"/>
            </a:pPr>
            <a:r>
              <a:rPr lang="zh-CN" altLang="en-US" sz="1600" dirty="0">
                <a:latin typeface="+mn-lt"/>
                <a:ea typeface="+mn-ea"/>
              </a:rPr>
              <a:t>记录缺陷</a:t>
            </a:r>
            <a:endParaRPr lang="zh-CN" altLang="en-US" sz="1600" dirty="0">
              <a:latin typeface="+mn-lt"/>
              <a:ea typeface="+mn-ea"/>
            </a:endParaRPr>
          </a:p>
          <a:p>
            <a:pPr eaLnBrk="1" hangingPunct="1">
              <a:buSzPct val="70000"/>
            </a:pPr>
            <a:r>
              <a:rPr lang="en-US" altLang="zh-CN" sz="1800" dirty="0">
                <a:solidFill>
                  <a:srgbClr val="FF0000"/>
                </a:solidFill>
                <a:latin typeface="+mn-lt"/>
                <a:ea typeface="+mn-ea"/>
                <a:cs typeface="+mn-cs"/>
              </a:rPr>
              <a:t>- </a:t>
            </a:r>
            <a:r>
              <a:rPr lang="zh-CN" altLang="en-US" sz="2000" dirty="0">
                <a:solidFill>
                  <a:srgbClr val="FF0000"/>
                </a:solidFill>
                <a:latin typeface="+mn-lt"/>
                <a:ea typeface="+mn-ea"/>
                <a:cs typeface="+mn-cs"/>
              </a:rPr>
              <a:t>对测试进行评估</a:t>
            </a:r>
            <a:endParaRPr lang="zh-CN" altLang="en-US" sz="2000" dirty="0">
              <a:solidFill>
                <a:srgbClr val="FF0000"/>
              </a:solidFill>
              <a:latin typeface="+mn-lt"/>
              <a:ea typeface="+mn-ea"/>
              <a:cs typeface="+mn-cs"/>
            </a:endParaRPr>
          </a:p>
          <a:p>
            <a:pPr lvl="1" eaLnBrk="1" hangingPunct="1">
              <a:buSzPct val="70000"/>
            </a:pPr>
            <a:r>
              <a:rPr lang="zh-CN" altLang="en-US" sz="1600" dirty="0">
                <a:latin typeface="+mn-lt"/>
                <a:ea typeface="+mn-ea"/>
              </a:rPr>
              <a:t>评估测试用例覆盖</a:t>
            </a:r>
            <a:endParaRPr lang="zh-CN" altLang="en-US" sz="1600" dirty="0">
              <a:latin typeface="+mn-lt"/>
              <a:ea typeface="+mn-ea"/>
            </a:endParaRPr>
          </a:p>
          <a:p>
            <a:pPr lvl="1" eaLnBrk="1" hangingPunct="1">
              <a:buSzPct val="70000"/>
            </a:pPr>
            <a:r>
              <a:rPr lang="zh-CN" altLang="en-US" sz="1600" dirty="0">
                <a:latin typeface="+mn-lt"/>
                <a:ea typeface="+mn-ea"/>
              </a:rPr>
              <a:t>评估代码覆盖</a:t>
            </a:r>
            <a:endParaRPr lang="zh-CN" altLang="en-US" sz="1600" dirty="0">
              <a:latin typeface="+mn-lt"/>
              <a:ea typeface="+mn-ea"/>
            </a:endParaRPr>
          </a:p>
          <a:p>
            <a:pPr lvl="1" eaLnBrk="1" hangingPunct="1">
              <a:buSzPct val="70000"/>
            </a:pPr>
            <a:r>
              <a:rPr lang="zh-CN" altLang="en-US" sz="1600" dirty="0">
                <a:latin typeface="+mn-lt"/>
                <a:ea typeface="+mn-ea"/>
              </a:rPr>
              <a:t>分析缺陷</a:t>
            </a:r>
            <a:endParaRPr lang="zh-CN" altLang="en-US" sz="1600" dirty="0">
              <a:latin typeface="+mn-lt"/>
              <a:ea typeface="+mn-ea"/>
            </a:endParaRPr>
          </a:p>
          <a:p>
            <a:pPr lvl="1" eaLnBrk="1" hangingPunct="1">
              <a:buSzPct val="70000"/>
            </a:pPr>
            <a:r>
              <a:rPr lang="zh-CN" altLang="en-US" sz="1600" dirty="0">
                <a:latin typeface="+mn-lt"/>
                <a:ea typeface="+mn-ea"/>
              </a:rPr>
              <a:t>确定是否达到了测试完成标准与成功标准</a:t>
            </a:r>
            <a:endParaRPr lang="zh-CN" altLang="en-US" sz="1600" dirty="0">
              <a:latin typeface="+mn-lt"/>
              <a:ea typeface="+mn-ea"/>
            </a:endParaRPr>
          </a:p>
        </p:txBody>
      </p:sp>
    </p:spTree>
  </p:cSld>
  <p:clrMapOvr>
    <a:masterClrMapping/>
  </p:clrMapOvr>
  <p:transition>
    <p:random/>
  </p:transition>
</p:sld>
</file>

<file path=ppt/theme/theme1.xml><?xml version="1.0" encoding="utf-8"?>
<a:theme xmlns:a="http://schemas.openxmlformats.org/drawingml/2006/main" name="Studio">
  <a:themeElements>
    <a:clrScheme name="Studio 1">
      <a:dk1>
        <a:srgbClr val="000000"/>
      </a:dk1>
      <a:lt1>
        <a:srgbClr val="FFFFFF"/>
      </a:lt1>
      <a:dk2>
        <a:srgbClr val="336666"/>
      </a:dk2>
      <a:lt2>
        <a:srgbClr val="CCCC99"/>
      </a:lt2>
      <a:accent1>
        <a:srgbClr val="97CDCC"/>
      </a:accent1>
      <a:accent2>
        <a:srgbClr val="D6E0E0"/>
      </a:accent2>
      <a:accent3>
        <a:srgbClr val="FFFFFF"/>
      </a:accent3>
      <a:accent4>
        <a:srgbClr val="000000"/>
      </a:accent4>
      <a:accent5>
        <a:srgbClr val="C9E3E2"/>
      </a:accent5>
      <a:accent6>
        <a:srgbClr val="C2CBCB"/>
      </a:accent6>
      <a:hlink>
        <a:srgbClr val="99CC00"/>
      </a:hlink>
      <a:folHlink>
        <a:srgbClr val="336666"/>
      </a:folHlink>
    </a:clrScheme>
    <a:fontScheme name="Studio">
      <a:majorFont>
        <a:latin typeface="Arial Black"/>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Studio 1">
        <a:dk1>
          <a:srgbClr val="000000"/>
        </a:dk1>
        <a:lt1>
          <a:srgbClr val="FFFFFF"/>
        </a:lt1>
        <a:dk2>
          <a:srgbClr val="336666"/>
        </a:dk2>
        <a:lt2>
          <a:srgbClr val="CCCC99"/>
        </a:lt2>
        <a:accent1>
          <a:srgbClr val="97CDCC"/>
        </a:accent1>
        <a:accent2>
          <a:srgbClr val="D6E0E0"/>
        </a:accent2>
        <a:accent3>
          <a:srgbClr val="FFFFFF"/>
        </a:accent3>
        <a:accent4>
          <a:srgbClr val="000000"/>
        </a:accent4>
        <a:accent5>
          <a:srgbClr val="C9E3E2"/>
        </a:accent5>
        <a:accent6>
          <a:srgbClr val="C2CBCB"/>
        </a:accent6>
        <a:hlink>
          <a:srgbClr val="99CC00"/>
        </a:hlink>
        <a:folHlink>
          <a:srgbClr val="336666"/>
        </a:folHlink>
      </a:clrScheme>
      <a:clrMap bg1="lt1" tx1="dk1" bg2="lt2" tx2="dk2" accent1="accent1" accent2="accent2" accent3="accent3" accent4="accent4" accent5="accent5" accent6="accent6" hlink="hlink" folHlink="folHlink"/>
    </a:extraClrScheme>
    <a:extraClrScheme>
      <a:clrScheme name="Studio 2">
        <a:dk1>
          <a:srgbClr val="000000"/>
        </a:dk1>
        <a:lt1>
          <a:srgbClr val="FFFFFF"/>
        </a:lt1>
        <a:dk2>
          <a:srgbClr val="3732A0"/>
        </a:dk2>
        <a:lt2>
          <a:srgbClr val="666699"/>
        </a:lt2>
        <a:accent1>
          <a:srgbClr val="CCCCFF"/>
        </a:accent1>
        <a:accent2>
          <a:srgbClr val="009999"/>
        </a:accent2>
        <a:accent3>
          <a:srgbClr val="FFFFFF"/>
        </a:accent3>
        <a:accent4>
          <a:srgbClr val="000000"/>
        </a:accent4>
        <a:accent5>
          <a:srgbClr val="E2E2FF"/>
        </a:accent5>
        <a:accent6>
          <a:srgbClr val="008A8A"/>
        </a:accent6>
        <a:hlink>
          <a:srgbClr val="3366CC"/>
        </a:hlink>
        <a:folHlink>
          <a:srgbClr val="9094B8"/>
        </a:folHlink>
      </a:clrScheme>
      <a:clrMap bg1="lt1" tx1="dk1" bg2="lt2" tx2="dk2" accent1="accent1" accent2="accent2" accent3="accent3" accent4="accent4" accent5="accent5" accent6="accent6" hlink="hlink" folHlink="folHlink"/>
    </a:extraClrScheme>
    <a:extraClrScheme>
      <a:clrScheme name="Studio 3">
        <a:dk1>
          <a:srgbClr val="000000"/>
        </a:dk1>
        <a:lt1>
          <a:srgbClr val="FFFFFF"/>
        </a:lt1>
        <a:dk2>
          <a:srgbClr val="CD0505"/>
        </a:dk2>
        <a:lt2>
          <a:srgbClr val="5F5F5F"/>
        </a:lt2>
        <a:accent1>
          <a:srgbClr val="D2D5DE"/>
        </a:accent1>
        <a:accent2>
          <a:srgbClr val="D55757"/>
        </a:accent2>
        <a:accent3>
          <a:srgbClr val="FFFFFF"/>
        </a:accent3>
        <a:accent4>
          <a:srgbClr val="000000"/>
        </a:accent4>
        <a:accent5>
          <a:srgbClr val="E5E7EC"/>
        </a:accent5>
        <a:accent6>
          <a:srgbClr val="C14E4E"/>
        </a:accent6>
        <a:hlink>
          <a:srgbClr val="F42D1E"/>
        </a:hlink>
        <a:folHlink>
          <a:srgbClr val="7C849E"/>
        </a:folHlink>
      </a:clrScheme>
      <a:clrMap bg1="lt1" tx1="dk1" bg2="lt2" tx2="dk2" accent1="accent1" accent2="accent2" accent3="accent3" accent4="accent4" accent5="accent5" accent6="accent6" hlink="hlink" folHlink="folHlink"/>
    </a:extraClrScheme>
    <a:extraClrScheme>
      <a:clrScheme name="Studio 4">
        <a:dk1>
          <a:srgbClr val="000000"/>
        </a:dk1>
        <a:lt1>
          <a:srgbClr val="FFFFFF"/>
        </a:lt1>
        <a:dk2>
          <a:srgbClr val="551A07"/>
        </a:dk2>
        <a:lt2>
          <a:srgbClr val="CC3300"/>
        </a:lt2>
        <a:accent1>
          <a:srgbClr val="F4B400"/>
        </a:accent1>
        <a:accent2>
          <a:srgbClr val="993300"/>
        </a:accent2>
        <a:accent3>
          <a:srgbClr val="FFFFFF"/>
        </a:accent3>
        <a:accent4>
          <a:srgbClr val="000000"/>
        </a:accent4>
        <a:accent5>
          <a:srgbClr val="F8D6AA"/>
        </a:accent5>
        <a:accent6>
          <a:srgbClr val="8A2D00"/>
        </a:accent6>
        <a:hlink>
          <a:srgbClr val="FF3300"/>
        </a:hlink>
        <a:folHlink>
          <a:srgbClr val="666699"/>
        </a:folHlink>
      </a:clrScheme>
      <a:clrMap bg1="lt1" tx1="dk1" bg2="lt2" tx2="dk2" accent1="accent1" accent2="accent2" accent3="accent3" accent4="accent4" accent5="accent5" accent6="accent6" hlink="hlink" folHlink="folHlink"/>
    </a:extraClrScheme>
    <a:extraClrScheme>
      <a:clrScheme name="Studio 5">
        <a:dk1>
          <a:srgbClr val="000000"/>
        </a:dk1>
        <a:lt1>
          <a:srgbClr val="FFFFFF"/>
        </a:lt1>
        <a:dk2>
          <a:srgbClr val="FF0000"/>
        </a:dk2>
        <a:lt2>
          <a:srgbClr val="FFCC00"/>
        </a:lt2>
        <a:accent1>
          <a:srgbClr val="66CCFF"/>
        </a:accent1>
        <a:accent2>
          <a:srgbClr val="009900"/>
        </a:accent2>
        <a:accent3>
          <a:srgbClr val="FFFFFF"/>
        </a:accent3>
        <a:accent4>
          <a:srgbClr val="000000"/>
        </a:accent4>
        <a:accent5>
          <a:srgbClr val="B8E2FF"/>
        </a:accent5>
        <a:accent6>
          <a:srgbClr val="008A00"/>
        </a:accent6>
        <a:hlink>
          <a:srgbClr val="FF3300"/>
        </a:hlink>
        <a:folHlink>
          <a:srgbClr val="6600FF"/>
        </a:folHlink>
      </a:clrScheme>
      <a:clrMap bg1="lt1" tx1="dk1" bg2="lt2" tx2="dk2" accent1="accent1" accent2="accent2" accent3="accent3" accent4="accent4" accent5="accent5" accent6="accent6" hlink="hlink" folHlink="folHlink"/>
    </a:extraClrScheme>
    <a:extraClrScheme>
      <a:clrScheme name="Studio 6">
        <a:dk1>
          <a:srgbClr val="666633"/>
        </a:dk1>
        <a:lt1>
          <a:srgbClr val="FFFFFF"/>
        </a:lt1>
        <a:dk2>
          <a:srgbClr val="000000"/>
        </a:dk2>
        <a:lt2>
          <a:srgbClr val="CC3300"/>
        </a:lt2>
        <a:accent1>
          <a:srgbClr val="808000"/>
        </a:accent1>
        <a:accent2>
          <a:srgbClr val="FF9900"/>
        </a:accent2>
        <a:accent3>
          <a:srgbClr val="AAAAAA"/>
        </a:accent3>
        <a:accent4>
          <a:srgbClr val="DADADA"/>
        </a:accent4>
        <a:accent5>
          <a:srgbClr val="C0C0AA"/>
        </a:accent5>
        <a:accent6>
          <a:srgbClr val="E78A00"/>
        </a:accent6>
        <a:hlink>
          <a:srgbClr val="CC6600"/>
        </a:hlink>
        <a:folHlink>
          <a:srgbClr val="434B1F"/>
        </a:folHlink>
      </a:clrScheme>
      <a:clrMap bg1="dk2" tx1="lt1" bg2="dk1" tx2="lt2" accent1="accent1" accent2="accent2" accent3="accent3" accent4="accent4" accent5="accent5" accent6="accent6" hlink="hlink" folHlink="folHlink"/>
    </a:extraClrScheme>
    <a:extraClrScheme>
      <a:clrScheme name="Studio 7">
        <a:dk1>
          <a:srgbClr val="766997"/>
        </a:dk1>
        <a:lt1>
          <a:srgbClr val="FFFFFF"/>
        </a:lt1>
        <a:dk2>
          <a:srgbClr val="530901"/>
        </a:dk2>
        <a:lt2>
          <a:srgbClr val="FFFFFF"/>
        </a:lt2>
        <a:accent1>
          <a:srgbClr val="FF3300"/>
        </a:accent1>
        <a:accent2>
          <a:srgbClr val="CC6600"/>
        </a:accent2>
        <a:accent3>
          <a:srgbClr val="B3AAAA"/>
        </a:accent3>
        <a:accent4>
          <a:srgbClr val="DADADA"/>
        </a:accent4>
        <a:accent5>
          <a:srgbClr val="FFADAA"/>
        </a:accent5>
        <a:accent6>
          <a:srgbClr val="B95C00"/>
        </a:accent6>
        <a:hlink>
          <a:srgbClr val="FF9900"/>
        </a:hlink>
        <a:folHlink>
          <a:srgbClr val="993300"/>
        </a:folHlink>
      </a:clrScheme>
      <a:clrMap bg1="dk2" tx1="lt1" bg2="dk1" tx2="lt2" accent1="accent1" accent2="accent2" accent3="accent3" accent4="accent4" accent5="accent5" accent6="accent6" hlink="hlink" folHlink="folHlink"/>
    </a:extraClrScheme>
    <a:extraClrScheme>
      <a:clrScheme name="Studio 8">
        <a:dk1>
          <a:srgbClr val="666699"/>
        </a:dk1>
        <a:lt1>
          <a:srgbClr val="FFFFFF"/>
        </a:lt1>
        <a:dk2>
          <a:srgbClr val="4C004C"/>
        </a:dk2>
        <a:lt2>
          <a:srgbClr val="FFFFFF"/>
        </a:lt2>
        <a:accent1>
          <a:srgbClr val="0099CC"/>
        </a:accent1>
        <a:accent2>
          <a:srgbClr val="993366"/>
        </a:accent2>
        <a:accent3>
          <a:srgbClr val="B2AAB2"/>
        </a:accent3>
        <a:accent4>
          <a:srgbClr val="DADADA"/>
        </a:accent4>
        <a:accent5>
          <a:srgbClr val="AACAE2"/>
        </a:accent5>
        <a:accent6>
          <a:srgbClr val="8A2D5C"/>
        </a:accent6>
        <a:hlink>
          <a:srgbClr val="99CC00"/>
        </a:hlink>
        <a:folHlink>
          <a:srgbClr val="006699"/>
        </a:folHlink>
      </a:clrScheme>
      <a:clrMap bg1="dk2" tx1="lt1" bg2="dk1" tx2="lt2" accent1="accent1" accent2="accent2" accent3="accent3" accent4="accent4" accent5="accent5" accent6="accent6" hlink="hlink" folHlink="folHlink"/>
    </a:extraClrScheme>
    <a:extraClrScheme>
      <a:clrScheme name="Studio 9">
        <a:dk1>
          <a:srgbClr val="565682"/>
        </a:dk1>
        <a:lt1>
          <a:srgbClr val="FFFFFF"/>
        </a:lt1>
        <a:dk2>
          <a:srgbClr val="1E1551"/>
        </a:dk2>
        <a:lt2>
          <a:srgbClr val="CCFFFF"/>
        </a:lt2>
        <a:accent1>
          <a:srgbClr val="33CCCC"/>
        </a:accent1>
        <a:accent2>
          <a:srgbClr val="009999"/>
        </a:accent2>
        <a:accent3>
          <a:srgbClr val="ABAAB3"/>
        </a:accent3>
        <a:accent4>
          <a:srgbClr val="DADADA"/>
        </a:accent4>
        <a:accent5>
          <a:srgbClr val="ADE2E2"/>
        </a:accent5>
        <a:accent6>
          <a:srgbClr val="008A8A"/>
        </a:accent6>
        <a:hlink>
          <a:srgbClr val="FF9900"/>
        </a:hlink>
        <a:folHlink>
          <a:srgbClr val="005986"/>
        </a:folHlink>
      </a:clrScheme>
      <a:clrMap bg1="dk2" tx1="lt1" bg2="dk1" tx2="lt2" accent1="accent1" accent2="accent2" accent3="accent3" accent4="accent4" accent5="accent5" accent6="accent6" hlink="hlink" folHlink="folHlink"/>
    </a:extraClrScheme>
    <a:extraClrScheme>
      <a:clrScheme name="Studio 10">
        <a:dk1>
          <a:srgbClr val="CCCC99"/>
        </a:dk1>
        <a:lt1>
          <a:srgbClr val="FFFFFF"/>
        </a:lt1>
        <a:dk2>
          <a:srgbClr val="2E5D5C"/>
        </a:dk2>
        <a:lt2>
          <a:srgbClr val="FFFFFF"/>
        </a:lt2>
        <a:accent1>
          <a:srgbClr val="0099CC"/>
        </a:accent1>
        <a:accent2>
          <a:srgbClr val="D6E0E0"/>
        </a:accent2>
        <a:accent3>
          <a:srgbClr val="ADB6B5"/>
        </a:accent3>
        <a:accent4>
          <a:srgbClr val="DADADA"/>
        </a:accent4>
        <a:accent5>
          <a:srgbClr val="AACAE2"/>
        </a:accent5>
        <a:accent6>
          <a:srgbClr val="C2CBCB"/>
        </a:accent6>
        <a:hlink>
          <a:srgbClr val="CCCC99"/>
        </a:hlink>
        <a:folHlink>
          <a:srgbClr val="428A8C"/>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Studio</Template>
  <TotalTime>0</TotalTime>
  <Words>9856</Words>
  <Application>WPS 演示</Application>
  <PresentationFormat/>
  <Paragraphs>913</Paragraphs>
  <Slides>32</Slides>
  <Notes>32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32</vt:i4>
      </vt:variant>
    </vt:vector>
  </HeadingPairs>
  <TitlesOfParts>
    <vt:vector size="42" baseType="lpstr">
      <vt:lpstr>Arial</vt:lpstr>
      <vt:lpstr>宋体</vt:lpstr>
      <vt:lpstr>Wingdings</vt:lpstr>
      <vt:lpstr>Arial Black</vt:lpstr>
      <vt:lpstr>Times New Roman</vt:lpstr>
      <vt:lpstr>Symbol</vt:lpstr>
      <vt:lpstr>Arial</vt:lpstr>
      <vt:lpstr>微软雅黑</vt:lpstr>
      <vt:lpstr>Arial Unicode MS</vt:lpstr>
      <vt:lpstr>Studio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Fancy</cp:lastModifiedBy>
  <cp:revision>330</cp:revision>
  <dcterms:created xsi:type="dcterms:W3CDTF">2026-08-16T03:49:14Z</dcterms:created>
  <dcterms:modified xsi:type="dcterms:W3CDTF">2026-08-16T03:59:56Z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KSOProductBuildVer">
    <vt:lpwstr>2052-12.1.0.28043</vt:lpwstr>
  </property>
  <property fmtid="{D5CDD505-2E9C-101B-9397-08002B2CF9AE}" pid="4" name="ICV">
    <vt:lpwstr>8FF683B0CF784D27801774390B4836E0_12</vt:lpwstr>
  </property>
</Properties>
</file>